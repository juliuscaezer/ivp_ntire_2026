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70"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27D69DD-F055-4171-A768-8CFB86B71855}">
          <p14:sldIdLst>
            <p14:sldId id="256"/>
            <p14:sldId id="259"/>
            <p14:sldId id="270"/>
            <p14:sldId id="260"/>
            <p14:sldId id="261"/>
            <p14:sldId id="262"/>
            <p14:sldId id="263"/>
            <p14:sldId id="264"/>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DAF378-9B28-4794-8EED-8BA1C3390E63}" v="109" dt="2026-01-28T13:26:36.0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74" d="100"/>
          <a:sy n="74" d="100"/>
        </p:scale>
        <p:origin x="86" y="5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ran K" userId="f29c6af2e783bf9e" providerId="LiveId" clId="{0459DB9A-0F01-4A99-A077-6C9C9A405A2D}"/>
    <pc:docChg chg="undo custSel addSld delSld modSld addSection delSection modSection">
      <pc:chgData name="Sharan K" userId="f29c6af2e783bf9e" providerId="LiveId" clId="{0459DB9A-0F01-4A99-A077-6C9C9A405A2D}" dt="2026-01-28T13:41:52.986" v="1416" actId="26606"/>
      <pc:docMkLst>
        <pc:docMk/>
      </pc:docMkLst>
      <pc:sldChg chg="addSp delSp modSp mod setBg addAnim">
        <pc:chgData name="Sharan K" userId="f29c6af2e783bf9e" providerId="LiveId" clId="{0459DB9A-0F01-4A99-A077-6C9C9A405A2D}" dt="2026-01-28T12:25:49.114" v="55"/>
        <pc:sldMkLst>
          <pc:docMk/>
          <pc:sldMk cId="2909649522" sldId="256"/>
        </pc:sldMkLst>
        <pc:spChg chg="mod">
          <ac:chgData name="Sharan K" userId="f29c6af2e783bf9e" providerId="LiveId" clId="{0459DB9A-0F01-4A99-A077-6C9C9A405A2D}" dt="2026-01-28T12:25:49.113" v="54" actId="26606"/>
          <ac:spMkLst>
            <pc:docMk/>
            <pc:sldMk cId="2909649522" sldId="256"/>
            <ac:spMk id="2" creationId="{E5561F93-C265-117F-1DE7-225C07297D89}"/>
          </ac:spMkLst>
        </pc:spChg>
        <pc:spChg chg="del mod">
          <ac:chgData name="Sharan K" userId="f29c6af2e783bf9e" providerId="LiveId" clId="{0459DB9A-0F01-4A99-A077-6C9C9A405A2D}" dt="2026-01-28T12:25:37.950" v="52" actId="26606"/>
          <ac:spMkLst>
            <pc:docMk/>
            <pc:sldMk cId="2909649522" sldId="256"/>
            <ac:spMk id="6" creationId="{D4ED303A-A592-9C0C-05A7-F637CA7577AE}"/>
          </ac:spMkLst>
        </pc:spChg>
        <pc:spChg chg="add del">
          <ac:chgData name="Sharan K" userId="f29c6af2e783bf9e" providerId="LiveId" clId="{0459DB9A-0F01-4A99-A077-6C9C9A405A2D}" dt="2026-01-28T12:25:35.787" v="51" actId="26606"/>
          <ac:spMkLst>
            <pc:docMk/>
            <pc:sldMk cId="2909649522" sldId="256"/>
            <ac:spMk id="11" creationId="{100EDD19-6802-4EC3-95CE-CFFAB042CFD6}"/>
          </ac:spMkLst>
        </pc:spChg>
        <pc:spChg chg="add del">
          <ac:chgData name="Sharan K" userId="f29c6af2e783bf9e" providerId="LiveId" clId="{0459DB9A-0F01-4A99-A077-6C9C9A405A2D}" dt="2026-01-28T12:25:49.113" v="54" actId="26606"/>
          <ac:spMkLst>
            <pc:docMk/>
            <pc:sldMk cId="2909649522" sldId="256"/>
            <ac:spMk id="12" creationId="{2E442304-DDBD-4F7B-8017-36BCC863FB40}"/>
          </ac:spMkLst>
        </pc:spChg>
        <pc:spChg chg="add del">
          <ac:chgData name="Sharan K" userId="f29c6af2e783bf9e" providerId="LiveId" clId="{0459DB9A-0F01-4A99-A077-6C9C9A405A2D}" dt="2026-01-28T12:25:35.787" v="51" actId="26606"/>
          <ac:spMkLst>
            <pc:docMk/>
            <pc:sldMk cId="2909649522" sldId="256"/>
            <ac:spMk id="13" creationId="{DB17E863-922E-4C26-BD64-E8FD41D28661}"/>
          </ac:spMkLst>
        </pc:spChg>
        <pc:spChg chg="add del">
          <ac:chgData name="Sharan K" userId="f29c6af2e783bf9e" providerId="LiveId" clId="{0459DB9A-0F01-4A99-A077-6C9C9A405A2D}" dt="2026-01-28T12:25:49.113" v="54" actId="26606"/>
          <ac:spMkLst>
            <pc:docMk/>
            <pc:sldMk cId="2909649522" sldId="256"/>
            <ac:spMk id="14" creationId="{5E107275-3853-46FD-A241-DE4355A42675}"/>
          </ac:spMkLst>
        </pc:spChg>
        <pc:spChg chg="add">
          <ac:chgData name="Sharan K" userId="f29c6af2e783bf9e" providerId="LiveId" clId="{0459DB9A-0F01-4A99-A077-6C9C9A405A2D}" dt="2026-01-28T12:25:49.113" v="54" actId="26606"/>
          <ac:spMkLst>
            <pc:docMk/>
            <pc:sldMk cId="2909649522" sldId="256"/>
            <ac:spMk id="19" creationId="{943CAA20-3569-4189-9E48-239A229A86CA}"/>
          </ac:spMkLst>
        </pc:spChg>
        <pc:spChg chg="add">
          <ac:chgData name="Sharan K" userId="f29c6af2e783bf9e" providerId="LiveId" clId="{0459DB9A-0F01-4A99-A077-6C9C9A405A2D}" dt="2026-01-28T12:25:49.113" v="54" actId="26606"/>
          <ac:spMkLst>
            <pc:docMk/>
            <pc:sldMk cId="2909649522" sldId="256"/>
            <ac:spMk id="21" creationId="{DA542B6D-E775-4832-91DC-2D20F857813A}"/>
          </ac:spMkLst>
        </pc:spChg>
        <pc:graphicFrameChg chg="add del">
          <ac:chgData name="Sharan K" userId="f29c6af2e783bf9e" providerId="LiveId" clId="{0459DB9A-0F01-4A99-A077-6C9C9A405A2D}" dt="2026-01-28T12:25:45.618" v="53" actId="478"/>
          <ac:graphicFrameMkLst>
            <pc:docMk/>
            <pc:sldMk cId="2909649522" sldId="256"/>
            <ac:graphicFrameMk id="8" creationId="{18B01A94-C204-8188-3067-A3A3BEA5252D}"/>
          </ac:graphicFrameMkLst>
        </pc:graphicFrameChg>
      </pc:sldChg>
      <pc:sldChg chg="addSp delSp modSp add del mod setBg addAnim delAnim">
        <pc:chgData name="Sharan K" userId="f29c6af2e783bf9e" providerId="LiveId" clId="{0459DB9A-0F01-4A99-A077-6C9C9A405A2D}" dt="2026-01-28T13:06:18.872" v="592" actId="2696"/>
        <pc:sldMkLst>
          <pc:docMk/>
          <pc:sldMk cId="4012921422" sldId="257"/>
        </pc:sldMkLst>
        <pc:spChg chg="mod">
          <ac:chgData name="Sharan K" userId="f29c6af2e783bf9e" providerId="LiveId" clId="{0459DB9A-0F01-4A99-A077-6C9C9A405A2D}" dt="2026-01-28T13:05:37.463" v="584" actId="26606"/>
          <ac:spMkLst>
            <pc:docMk/>
            <pc:sldMk cId="4012921422" sldId="257"/>
            <ac:spMk id="2" creationId="{4B358BBB-BC4E-3E11-1590-02966237158C}"/>
          </ac:spMkLst>
        </pc:spChg>
        <pc:spChg chg="del mod">
          <ac:chgData name="Sharan K" userId="f29c6af2e783bf9e" providerId="LiveId" clId="{0459DB9A-0F01-4A99-A077-6C9C9A405A2D}" dt="2026-01-28T13:01:36.466" v="508"/>
          <ac:spMkLst>
            <pc:docMk/>
            <pc:sldMk cId="4012921422" sldId="257"/>
            <ac:spMk id="3" creationId="{14EE8E82-3D8D-C60E-FEFA-A5FB90596D9C}"/>
          </ac:spMkLst>
        </pc:spChg>
        <pc:spChg chg="add del">
          <ac:chgData name="Sharan K" userId="f29c6af2e783bf9e" providerId="LiveId" clId="{0459DB9A-0F01-4A99-A077-6C9C9A405A2D}" dt="2026-01-28T13:02:07.333" v="514" actId="26606"/>
          <ac:spMkLst>
            <pc:docMk/>
            <pc:sldMk cId="4012921422" sldId="257"/>
            <ac:spMk id="8" creationId="{100EDD19-6802-4EC3-95CE-CFFAB042CFD6}"/>
          </ac:spMkLst>
        </pc:spChg>
        <pc:spChg chg="add del">
          <ac:chgData name="Sharan K" userId="f29c6af2e783bf9e" providerId="LiveId" clId="{0459DB9A-0F01-4A99-A077-6C9C9A405A2D}" dt="2026-01-28T13:02:07.333" v="514" actId="26606"/>
          <ac:spMkLst>
            <pc:docMk/>
            <pc:sldMk cId="4012921422" sldId="257"/>
            <ac:spMk id="10" creationId="{DB17E863-922E-4C26-BD64-E8FD41D28661}"/>
          </ac:spMkLst>
        </pc:spChg>
        <pc:spChg chg="add del">
          <ac:chgData name="Sharan K" userId="f29c6af2e783bf9e" providerId="LiveId" clId="{0459DB9A-0F01-4A99-A077-6C9C9A405A2D}" dt="2026-01-28T13:02:09.581" v="515" actId="478"/>
          <ac:spMkLst>
            <pc:docMk/>
            <pc:sldMk cId="4012921422" sldId="257"/>
            <ac:spMk id="4112" creationId="{5ABEDB02-1EB1-1DAD-37A5-FB0EFC03907B}"/>
          </ac:spMkLst>
        </pc:spChg>
        <pc:spChg chg="add del">
          <ac:chgData name="Sharan K" userId="f29c6af2e783bf9e" providerId="LiveId" clId="{0459DB9A-0F01-4A99-A077-6C9C9A405A2D}" dt="2026-01-28T13:02:12.503" v="516" actId="26606"/>
          <ac:spMkLst>
            <pc:docMk/>
            <pc:sldMk cId="4012921422" sldId="257"/>
            <ac:spMk id="4115" creationId="{33E5684F-9524-414B-ADBE-BAE7E0D73098}"/>
          </ac:spMkLst>
        </pc:spChg>
        <pc:spChg chg="add del">
          <ac:chgData name="Sharan K" userId="f29c6af2e783bf9e" providerId="LiveId" clId="{0459DB9A-0F01-4A99-A077-6C9C9A405A2D}" dt="2026-01-28T13:04:02.822" v="561" actId="26606"/>
          <ac:spMkLst>
            <pc:docMk/>
            <pc:sldMk cId="4012921422" sldId="257"/>
            <ac:spMk id="4120" creationId="{FBC711EC-2569-4DB4-BE16-66EC29DBE5CC}"/>
          </ac:spMkLst>
        </pc:spChg>
        <pc:spChg chg="add del">
          <ac:chgData name="Sharan K" userId="f29c6af2e783bf9e" providerId="LiveId" clId="{0459DB9A-0F01-4A99-A077-6C9C9A405A2D}" dt="2026-01-28T13:04:38.854" v="568" actId="26606"/>
          <ac:spMkLst>
            <pc:docMk/>
            <pc:sldMk cId="4012921422" sldId="257"/>
            <ac:spMk id="4125" creationId="{FBC711EC-2569-4DB4-BE16-66EC29DBE5CC}"/>
          </ac:spMkLst>
        </pc:spChg>
        <pc:spChg chg="add del">
          <ac:chgData name="Sharan K" userId="f29c6af2e783bf9e" providerId="LiveId" clId="{0459DB9A-0F01-4A99-A077-6C9C9A405A2D}" dt="2026-01-28T13:05:37.463" v="584" actId="26606"/>
          <ac:spMkLst>
            <pc:docMk/>
            <pc:sldMk cId="4012921422" sldId="257"/>
            <ac:spMk id="4130" creationId="{72018E1B-E0B9-4440-AFF3-4112E50A2763}"/>
          </ac:spMkLst>
        </pc:spChg>
        <pc:spChg chg="add del">
          <ac:chgData name="Sharan K" userId="f29c6af2e783bf9e" providerId="LiveId" clId="{0459DB9A-0F01-4A99-A077-6C9C9A405A2D}" dt="2026-01-28T13:05:37.463" v="584" actId="26606"/>
          <ac:spMkLst>
            <pc:docMk/>
            <pc:sldMk cId="4012921422" sldId="257"/>
            <ac:spMk id="4135" creationId="{F6E384F5-137A-40B1-97F0-694CC6ECD59C}"/>
          </ac:spMkLst>
        </pc:spChg>
        <pc:spChg chg="add del">
          <ac:chgData name="Sharan K" userId="f29c6af2e783bf9e" providerId="LiveId" clId="{0459DB9A-0F01-4A99-A077-6C9C9A405A2D}" dt="2026-01-28T13:05:37.463" v="584" actId="26606"/>
          <ac:spMkLst>
            <pc:docMk/>
            <pc:sldMk cId="4012921422" sldId="257"/>
            <ac:spMk id="4137" creationId="{9DBC4630-03DA-474F-BBCB-BA3AE6B317A4}"/>
          </ac:spMkLst>
        </pc:spChg>
        <pc:spChg chg="add del">
          <ac:chgData name="Sharan K" userId="f29c6af2e783bf9e" providerId="LiveId" clId="{0459DB9A-0F01-4A99-A077-6C9C9A405A2D}" dt="2026-01-28T13:05:37.463" v="584" actId="26606"/>
          <ac:spMkLst>
            <pc:docMk/>
            <pc:sldMk cId="4012921422" sldId="257"/>
            <ac:spMk id="4139" creationId="{78418A25-6EAC-4140-BFE6-284E1925B5EE}"/>
          </ac:spMkLst>
        </pc:spChg>
        <pc:spChg chg="add del">
          <ac:chgData name="Sharan K" userId="f29c6af2e783bf9e" providerId="LiveId" clId="{0459DB9A-0F01-4A99-A077-6C9C9A405A2D}" dt="2026-01-28T13:05:37.463" v="584" actId="26606"/>
          <ac:spMkLst>
            <pc:docMk/>
            <pc:sldMk cId="4012921422" sldId="257"/>
            <ac:spMk id="4141" creationId="{C20267F5-D4E6-477A-A590-81F2ABD1B862}"/>
          </ac:spMkLst>
        </pc:spChg>
        <pc:spChg chg="add del">
          <ac:chgData name="Sharan K" userId="f29c6af2e783bf9e" providerId="LiveId" clId="{0459DB9A-0F01-4A99-A077-6C9C9A405A2D}" dt="2026-01-28T13:05:37.463" v="584" actId="26606"/>
          <ac:spMkLst>
            <pc:docMk/>
            <pc:sldMk cId="4012921422" sldId="257"/>
            <ac:spMk id="4143" creationId="{6B9D64DB-4D5C-4A91-B45F-F301E3174F9F}"/>
          </ac:spMkLst>
        </pc:spChg>
        <pc:spChg chg="add del">
          <ac:chgData name="Sharan K" userId="f29c6af2e783bf9e" providerId="LiveId" clId="{0459DB9A-0F01-4A99-A077-6C9C9A405A2D}" dt="2026-01-28T13:05:37.463" v="584" actId="26606"/>
          <ac:spMkLst>
            <pc:docMk/>
            <pc:sldMk cId="4012921422" sldId="257"/>
            <ac:spMk id="4145" creationId="{CB14CE1B-4BC5-4EF2-BE3D-05E4F580B3DB}"/>
          </ac:spMkLst>
        </pc:spChg>
        <pc:picChg chg="add mod ord">
          <ac:chgData name="Sharan K" userId="f29c6af2e783bf9e" providerId="LiveId" clId="{0459DB9A-0F01-4A99-A077-6C9C9A405A2D}" dt="2026-01-28T13:04:52.952" v="573" actId="1076"/>
          <ac:picMkLst>
            <pc:docMk/>
            <pc:sldMk cId="4012921422" sldId="257"/>
            <ac:picMk id="4098" creationId="{5BB4220E-49E7-01A1-27A2-72ADF8666396}"/>
          </ac:picMkLst>
        </pc:picChg>
        <pc:picChg chg="add mod ord">
          <ac:chgData name="Sharan K" userId="f29c6af2e783bf9e" providerId="LiveId" clId="{0459DB9A-0F01-4A99-A077-6C9C9A405A2D}" dt="2026-01-28T13:05:37.463" v="584" actId="26606"/>
          <ac:picMkLst>
            <pc:docMk/>
            <pc:sldMk cId="4012921422" sldId="257"/>
            <ac:picMk id="4100" creationId="{6021FE8A-DC5B-E4F2-6D55-B2120D97A67D}"/>
          </ac:picMkLst>
        </pc:picChg>
        <pc:picChg chg="add mod ord">
          <ac:chgData name="Sharan K" userId="f29c6af2e783bf9e" providerId="LiveId" clId="{0459DB9A-0F01-4A99-A077-6C9C9A405A2D}" dt="2026-01-28T13:06:13.825" v="590" actId="1076"/>
          <ac:picMkLst>
            <pc:docMk/>
            <pc:sldMk cId="4012921422" sldId="257"/>
            <ac:picMk id="4102" creationId="{AC4CE9DD-4FE9-72B4-89BD-9076170BE3A5}"/>
          </ac:picMkLst>
        </pc:picChg>
        <pc:picChg chg="add mod ord">
          <ac:chgData name="Sharan K" userId="f29c6af2e783bf9e" providerId="LiveId" clId="{0459DB9A-0F01-4A99-A077-6C9C9A405A2D}" dt="2026-01-28T13:06:14.047" v="591" actId="1076"/>
          <ac:picMkLst>
            <pc:docMk/>
            <pc:sldMk cId="4012921422" sldId="257"/>
            <ac:picMk id="4104" creationId="{E1873F26-5521-0103-C866-10ABADC886BF}"/>
          </ac:picMkLst>
        </pc:picChg>
        <pc:picChg chg="add mod ord">
          <ac:chgData name="Sharan K" userId="f29c6af2e783bf9e" providerId="LiveId" clId="{0459DB9A-0F01-4A99-A077-6C9C9A405A2D}" dt="2026-01-28T13:06:13.041" v="587" actId="1076"/>
          <ac:picMkLst>
            <pc:docMk/>
            <pc:sldMk cId="4012921422" sldId="257"/>
            <ac:picMk id="4106" creationId="{68A726B3-76EF-984C-FEF3-19B50B56C086}"/>
          </ac:picMkLst>
        </pc:picChg>
        <pc:picChg chg="add mod ord">
          <ac:chgData name="Sharan K" userId="f29c6af2e783bf9e" providerId="LiveId" clId="{0459DB9A-0F01-4A99-A077-6C9C9A405A2D}" dt="2026-01-28T13:06:13.398" v="588" actId="1076"/>
          <ac:picMkLst>
            <pc:docMk/>
            <pc:sldMk cId="4012921422" sldId="257"/>
            <ac:picMk id="4108" creationId="{ED5E9FC4-9080-C478-1FA0-14F686402C23}"/>
          </ac:picMkLst>
        </pc:picChg>
        <pc:cxnChg chg="add mod">
          <ac:chgData name="Sharan K" userId="f29c6af2e783bf9e" providerId="LiveId" clId="{0459DB9A-0F01-4A99-A077-6C9C9A405A2D}" dt="2026-01-28T13:02:37.205" v="525" actId="11529"/>
          <ac:cxnSpMkLst>
            <pc:docMk/>
            <pc:sldMk cId="4012921422" sldId="257"/>
            <ac:cxnSpMk id="5" creationId="{5BF5793E-DF1C-5F68-BFF9-6A76FAE6578E}"/>
          </ac:cxnSpMkLst>
        </pc:cxnChg>
        <pc:cxnChg chg="add mod">
          <ac:chgData name="Sharan K" userId="f29c6af2e783bf9e" providerId="LiveId" clId="{0459DB9A-0F01-4A99-A077-6C9C9A405A2D}" dt="2026-01-28T13:03:41.512" v="555" actId="1076"/>
          <ac:cxnSpMkLst>
            <pc:docMk/>
            <pc:sldMk cId="4012921422" sldId="257"/>
            <ac:cxnSpMk id="6" creationId="{D33984E4-7811-963B-6A05-F8C032B2C44A}"/>
          </ac:cxnSpMkLst>
        </pc:cxnChg>
        <pc:cxnChg chg="add mod">
          <ac:chgData name="Sharan K" userId="f29c6af2e783bf9e" providerId="LiveId" clId="{0459DB9A-0F01-4A99-A077-6C9C9A405A2D}" dt="2026-01-28T13:03:39.469" v="550" actId="14100"/>
          <ac:cxnSpMkLst>
            <pc:docMk/>
            <pc:sldMk cId="4012921422" sldId="257"/>
            <ac:cxnSpMk id="7" creationId="{CF7FD4AF-8D77-2D2B-C054-50C66A841C6F}"/>
          </ac:cxnSpMkLst>
        </pc:cxnChg>
        <pc:cxnChg chg="add mod">
          <ac:chgData name="Sharan K" userId="f29c6af2e783bf9e" providerId="LiveId" clId="{0459DB9A-0F01-4A99-A077-6C9C9A405A2D}" dt="2026-01-28T13:03:38.367" v="547" actId="14100"/>
          <ac:cxnSpMkLst>
            <pc:docMk/>
            <pc:sldMk cId="4012921422" sldId="257"/>
            <ac:cxnSpMk id="12" creationId="{AC447D40-88EA-E311-846C-D35986961DC9}"/>
          </ac:cxnSpMkLst>
        </pc:cxnChg>
        <pc:cxnChg chg="add mod">
          <ac:chgData name="Sharan K" userId="f29c6af2e783bf9e" providerId="LiveId" clId="{0459DB9A-0F01-4A99-A077-6C9C9A405A2D}" dt="2026-01-28T13:03:37.555" v="544" actId="1076"/>
          <ac:cxnSpMkLst>
            <pc:docMk/>
            <pc:sldMk cId="4012921422" sldId="257"/>
            <ac:cxnSpMk id="14" creationId="{AD06831F-2C96-4F68-2531-5A33CE7EDD11}"/>
          </ac:cxnSpMkLst>
        </pc:cxnChg>
      </pc:sldChg>
      <pc:sldChg chg="addSp modSp add del mod setBg">
        <pc:chgData name="Sharan K" userId="f29c6af2e783bf9e" providerId="LiveId" clId="{0459DB9A-0F01-4A99-A077-6C9C9A405A2D}" dt="2026-01-28T13:00:15.379" v="501" actId="2696"/>
        <pc:sldMkLst>
          <pc:docMk/>
          <pc:sldMk cId="2717253750" sldId="258"/>
        </pc:sldMkLst>
        <pc:spChg chg="mod">
          <ac:chgData name="Sharan K" userId="f29c6af2e783bf9e" providerId="LiveId" clId="{0459DB9A-0F01-4A99-A077-6C9C9A405A2D}" dt="2026-01-28T12:24:36.469" v="38" actId="26606"/>
          <ac:spMkLst>
            <pc:docMk/>
            <pc:sldMk cId="2717253750" sldId="258"/>
            <ac:spMk id="2" creationId="{8CEF4909-96ED-CC40-7BA2-3E7A447B059C}"/>
          </ac:spMkLst>
        </pc:spChg>
        <pc:spChg chg="mod">
          <ac:chgData name="Sharan K" userId="f29c6af2e783bf9e" providerId="LiveId" clId="{0459DB9A-0F01-4A99-A077-6C9C9A405A2D}" dt="2026-01-28T12:24:36.469" v="38" actId="26606"/>
          <ac:spMkLst>
            <pc:docMk/>
            <pc:sldMk cId="2717253750" sldId="258"/>
            <ac:spMk id="3" creationId="{88BECCB9-F208-0911-AB40-1B7C48630432}"/>
          </ac:spMkLst>
        </pc:spChg>
        <pc:spChg chg="add">
          <ac:chgData name="Sharan K" userId="f29c6af2e783bf9e" providerId="LiveId" clId="{0459DB9A-0F01-4A99-A077-6C9C9A405A2D}" dt="2026-01-28T12:24:36.469" v="38" actId="26606"/>
          <ac:spMkLst>
            <pc:docMk/>
            <pc:sldMk cId="2717253750" sldId="258"/>
            <ac:spMk id="8" creationId="{100EDD19-6802-4EC3-95CE-CFFAB042CFD6}"/>
          </ac:spMkLst>
        </pc:spChg>
        <pc:spChg chg="add">
          <ac:chgData name="Sharan K" userId="f29c6af2e783bf9e" providerId="LiveId" clId="{0459DB9A-0F01-4A99-A077-6C9C9A405A2D}" dt="2026-01-28T12:24:36.469" v="38" actId="26606"/>
          <ac:spMkLst>
            <pc:docMk/>
            <pc:sldMk cId="2717253750" sldId="258"/>
            <ac:spMk id="10" creationId="{DB17E863-922E-4C26-BD64-E8FD41D28661}"/>
          </ac:spMkLst>
        </pc:spChg>
      </pc:sldChg>
      <pc:sldChg chg="addSp delSp modSp mod setBg">
        <pc:chgData name="Sharan K" userId="f29c6af2e783bf9e" providerId="LiveId" clId="{0459DB9A-0F01-4A99-A077-6C9C9A405A2D}" dt="2026-01-28T12:35:31.791" v="375" actId="26606"/>
        <pc:sldMkLst>
          <pc:docMk/>
          <pc:sldMk cId="2989794721" sldId="259"/>
        </pc:sldMkLst>
        <pc:spChg chg="mod">
          <ac:chgData name="Sharan K" userId="f29c6af2e783bf9e" providerId="LiveId" clId="{0459DB9A-0F01-4A99-A077-6C9C9A405A2D}" dt="2026-01-28T12:35:31.791" v="375" actId="26606"/>
          <ac:spMkLst>
            <pc:docMk/>
            <pc:sldMk cId="2989794721" sldId="259"/>
            <ac:spMk id="2" creationId="{001DBC41-EADB-D90A-A688-884FE24A439E}"/>
          </ac:spMkLst>
        </pc:spChg>
        <pc:spChg chg="mod">
          <ac:chgData name="Sharan K" userId="f29c6af2e783bf9e" providerId="LiveId" clId="{0459DB9A-0F01-4A99-A077-6C9C9A405A2D}" dt="2026-01-28T12:35:31.791" v="375" actId="26606"/>
          <ac:spMkLst>
            <pc:docMk/>
            <pc:sldMk cId="2989794721" sldId="259"/>
            <ac:spMk id="3" creationId="{A8FEB5F2-FBC2-88C5-01B0-151B509C59A4}"/>
          </ac:spMkLst>
        </pc:spChg>
        <pc:spChg chg="add">
          <ac:chgData name="Sharan K" userId="f29c6af2e783bf9e" providerId="LiveId" clId="{0459DB9A-0F01-4A99-A077-6C9C9A405A2D}" dt="2026-01-28T12:30:33.947" v="281"/>
          <ac:spMkLst>
            <pc:docMk/>
            <pc:sldMk cId="2989794721" sldId="259"/>
            <ac:spMk id="4" creationId="{7A8B98F7-C929-D0AF-B07F-769B57882757}"/>
          </ac:spMkLst>
        </pc:spChg>
        <pc:spChg chg="add">
          <ac:chgData name="Sharan K" userId="f29c6af2e783bf9e" providerId="LiveId" clId="{0459DB9A-0F01-4A99-A077-6C9C9A405A2D}" dt="2026-01-28T12:30:36.385" v="282"/>
          <ac:spMkLst>
            <pc:docMk/>
            <pc:sldMk cId="2989794721" sldId="259"/>
            <ac:spMk id="5" creationId="{C53D9875-F2FB-E8E8-9EDC-72656C80D500}"/>
          </ac:spMkLst>
        </pc:spChg>
        <pc:spChg chg="add">
          <ac:chgData name="Sharan K" userId="f29c6af2e783bf9e" providerId="LiveId" clId="{0459DB9A-0F01-4A99-A077-6C9C9A405A2D}" dt="2026-01-28T12:30:38.064" v="283"/>
          <ac:spMkLst>
            <pc:docMk/>
            <pc:sldMk cId="2989794721" sldId="259"/>
            <ac:spMk id="6" creationId="{A6E53A20-45B9-AD79-236E-CB0F48C237C5}"/>
          </ac:spMkLst>
        </pc:spChg>
        <pc:spChg chg="add del">
          <ac:chgData name="Sharan K" userId="f29c6af2e783bf9e" providerId="LiveId" clId="{0459DB9A-0F01-4A99-A077-6C9C9A405A2D}" dt="2026-01-28T12:35:31.791" v="375" actId="26606"/>
          <ac:spMkLst>
            <pc:docMk/>
            <pc:sldMk cId="2989794721" sldId="259"/>
            <ac:spMk id="8" creationId="{100EDD19-6802-4EC3-95CE-CFFAB042CFD6}"/>
          </ac:spMkLst>
        </pc:spChg>
        <pc:spChg chg="add del">
          <ac:chgData name="Sharan K" userId="f29c6af2e783bf9e" providerId="LiveId" clId="{0459DB9A-0F01-4A99-A077-6C9C9A405A2D}" dt="2026-01-28T12:35:31.791" v="375" actId="26606"/>
          <ac:spMkLst>
            <pc:docMk/>
            <pc:sldMk cId="2989794721" sldId="259"/>
            <ac:spMk id="10" creationId="{DB17E863-922E-4C26-BD64-E8FD41D28661}"/>
          </ac:spMkLst>
        </pc:spChg>
        <pc:spChg chg="add">
          <ac:chgData name="Sharan K" userId="f29c6af2e783bf9e" providerId="LiveId" clId="{0459DB9A-0F01-4A99-A077-6C9C9A405A2D}" dt="2026-01-28T12:35:31.791" v="375" actId="26606"/>
          <ac:spMkLst>
            <pc:docMk/>
            <pc:sldMk cId="2989794721" sldId="259"/>
            <ac:spMk id="12" creationId="{100EDD19-6802-4EC3-95CE-CFFAB042CFD6}"/>
          </ac:spMkLst>
        </pc:spChg>
        <pc:spChg chg="add">
          <ac:chgData name="Sharan K" userId="f29c6af2e783bf9e" providerId="LiveId" clId="{0459DB9A-0F01-4A99-A077-6C9C9A405A2D}" dt="2026-01-28T12:35:31.791" v="375" actId="26606"/>
          <ac:spMkLst>
            <pc:docMk/>
            <pc:sldMk cId="2989794721" sldId="259"/>
            <ac:spMk id="13" creationId="{DB17E863-922E-4C26-BD64-E8FD41D28661}"/>
          </ac:spMkLst>
        </pc:spChg>
        <pc:spChg chg="add del">
          <ac:chgData name="Sharan K" userId="f29c6af2e783bf9e" providerId="LiveId" clId="{0459DB9A-0F01-4A99-A077-6C9C9A405A2D}" dt="2026-01-28T12:35:30.266" v="374" actId="26606"/>
          <ac:spMkLst>
            <pc:docMk/>
            <pc:sldMk cId="2989794721" sldId="259"/>
            <ac:spMk id="15" creationId="{100EDD19-6802-4EC3-95CE-CFFAB042CFD6}"/>
          </ac:spMkLst>
        </pc:spChg>
        <pc:spChg chg="add del">
          <ac:chgData name="Sharan K" userId="f29c6af2e783bf9e" providerId="LiveId" clId="{0459DB9A-0F01-4A99-A077-6C9C9A405A2D}" dt="2026-01-28T12:35:30.266" v="374" actId="26606"/>
          <ac:spMkLst>
            <pc:docMk/>
            <pc:sldMk cId="2989794721" sldId="259"/>
            <ac:spMk id="17" creationId="{DB17E863-922E-4C26-BD64-E8FD41D28661}"/>
          </ac:spMkLst>
        </pc:spChg>
      </pc:sldChg>
      <pc:sldChg chg="addSp delSp modSp mod setBg">
        <pc:chgData name="Sharan K" userId="f29c6af2e783bf9e" providerId="LiveId" clId="{0459DB9A-0F01-4A99-A077-6C9C9A405A2D}" dt="2026-01-28T12:55:17.061" v="495" actId="26606"/>
        <pc:sldMkLst>
          <pc:docMk/>
          <pc:sldMk cId="2500629212" sldId="260"/>
        </pc:sldMkLst>
        <pc:spChg chg="mod">
          <ac:chgData name="Sharan K" userId="f29c6af2e783bf9e" providerId="LiveId" clId="{0459DB9A-0F01-4A99-A077-6C9C9A405A2D}" dt="2026-01-28T12:55:17.061" v="495" actId="26606"/>
          <ac:spMkLst>
            <pc:docMk/>
            <pc:sldMk cId="2500629212" sldId="260"/>
            <ac:spMk id="2" creationId="{695FD3A5-9C6A-14B1-DED6-32407FC54359}"/>
          </ac:spMkLst>
        </pc:spChg>
        <pc:spChg chg="del mod">
          <ac:chgData name="Sharan K" userId="f29c6af2e783bf9e" providerId="LiveId" clId="{0459DB9A-0F01-4A99-A077-6C9C9A405A2D}" dt="2026-01-28T12:51:17.528" v="462"/>
          <ac:spMkLst>
            <pc:docMk/>
            <pc:sldMk cId="2500629212" sldId="260"/>
            <ac:spMk id="3" creationId="{5164CD8C-59DD-ECBF-DB57-4D313806E68B}"/>
          </ac:spMkLst>
        </pc:spChg>
        <pc:spChg chg="add del">
          <ac:chgData name="Sharan K" userId="f29c6af2e783bf9e" providerId="LiveId" clId="{0459DB9A-0F01-4A99-A077-6C9C9A405A2D}" dt="2026-01-28T12:55:17.061" v="495" actId="26606"/>
          <ac:spMkLst>
            <pc:docMk/>
            <pc:sldMk cId="2500629212" sldId="260"/>
            <ac:spMk id="8" creationId="{100EDD19-6802-4EC3-95CE-CFFAB042CFD6}"/>
          </ac:spMkLst>
        </pc:spChg>
        <pc:spChg chg="add del">
          <ac:chgData name="Sharan K" userId="f29c6af2e783bf9e" providerId="LiveId" clId="{0459DB9A-0F01-4A99-A077-6C9C9A405A2D}" dt="2026-01-28T12:55:17.061" v="495" actId="26606"/>
          <ac:spMkLst>
            <pc:docMk/>
            <pc:sldMk cId="2500629212" sldId="260"/>
            <ac:spMk id="10" creationId="{DB17E863-922E-4C26-BD64-E8FD41D28661}"/>
          </ac:spMkLst>
        </pc:spChg>
        <pc:spChg chg="add">
          <ac:chgData name="Sharan K" userId="f29c6af2e783bf9e" providerId="LiveId" clId="{0459DB9A-0F01-4A99-A077-6C9C9A405A2D}" dt="2026-01-28T12:55:17.061" v="495" actId="26606"/>
          <ac:spMkLst>
            <pc:docMk/>
            <pc:sldMk cId="2500629212" sldId="260"/>
            <ac:spMk id="3085" creationId="{8C886788-700E-4D20-9F80-E0E96837A203}"/>
          </ac:spMkLst>
        </pc:spChg>
        <pc:spChg chg="add del">
          <ac:chgData name="Sharan K" userId="f29c6af2e783bf9e" providerId="LiveId" clId="{0459DB9A-0F01-4A99-A077-6C9C9A405A2D}" dt="2026-01-28T12:54:09.301" v="476" actId="26606"/>
          <ac:spMkLst>
            <pc:docMk/>
            <pc:sldMk cId="2500629212" sldId="260"/>
            <ac:spMk id="3086" creationId="{4134D842-9B3A-52B2-0A4A-1EF63FE2D801}"/>
          </ac:spMkLst>
        </pc:spChg>
        <pc:spChg chg="add del">
          <ac:chgData name="Sharan K" userId="f29c6af2e783bf9e" providerId="LiveId" clId="{0459DB9A-0F01-4A99-A077-6C9C9A405A2D}" dt="2026-01-28T12:54:03.643" v="472" actId="26606"/>
          <ac:spMkLst>
            <pc:docMk/>
            <pc:sldMk cId="2500629212" sldId="260"/>
            <ac:spMk id="3087" creationId="{C3896A03-3945-419A-B66B-4EE266EDD152}"/>
          </ac:spMkLst>
        </pc:spChg>
        <pc:spChg chg="add">
          <ac:chgData name="Sharan K" userId="f29c6af2e783bf9e" providerId="LiveId" clId="{0459DB9A-0F01-4A99-A077-6C9C9A405A2D}" dt="2026-01-28T12:55:17.061" v="495" actId="26606"/>
          <ac:spMkLst>
            <pc:docMk/>
            <pc:sldMk cId="2500629212" sldId="260"/>
            <ac:spMk id="3088" creationId="{1850674C-4E08-4C62-A3E2-6337FE4F7D86}"/>
          </ac:spMkLst>
        </pc:spChg>
        <pc:spChg chg="add del">
          <ac:chgData name="Sharan K" userId="f29c6af2e783bf9e" providerId="LiveId" clId="{0459DB9A-0F01-4A99-A077-6C9C9A405A2D}" dt="2026-01-28T12:54:03.643" v="472" actId="26606"/>
          <ac:spMkLst>
            <pc:docMk/>
            <pc:sldMk cId="2500629212" sldId="260"/>
            <ac:spMk id="3089" creationId="{B34F5AD2-EDBD-4BBD-A55C-EAFFD0C7097A}"/>
          </ac:spMkLst>
        </pc:spChg>
        <pc:spChg chg="add">
          <ac:chgData name="Sharan K" userId="f29c6af2e783bf9e" providerId="LiveId" clId="{0459DB9A-0F01-4A99-A077-6C9C9A405A2D}" dt="2026-01-28T12:55:17.061" v="495" actId="26606"/>
          <ac:spMkLst>
            <pc:docMk/>
            <pc:sldMk cId="2500629212" sldId="260"/>
            <ac:spMk id="3090" creationId="{BCE4FF05-2B0C-4C97-A9B4-E163085A90E1}"/>
          </ac:spMkLst>
        </pc:spChg>
        <pc:spChg chg="add del">
          <ac:chgData name="Sharan K" userId="f29c6af2e783bf9e" providerId="LiveId" clId="{0459DB9A-0F01-4A99-A077-6C9C9A405A2D}" dt="2026-01-28T12:54:03.643" v="472" actId="26606"/>
          <ac:spMkLst>
            <pc:docMk/>
            <pc:sldMk cId="2500629212" sldId="260"/>
            <ac:spMk id="3091" creationId="{6832F003-FCA6-4CFB-A2EA-308F3AA257D1}"/>
          </ac:spMkLst>
        </pc:spChg>
        <pc:spChg chg="add">
          <ac:chgData name="Sharan K" userId="f29c6af2e783bf9e" providerId="LiveId" clId="{0459DB9A-0F01-4A99-A077-6C9C9A405A2D}" dt="2026-01-28T12:55:17.061" v="495" actId="26606"/>
          <ac:spMkLst>
            <pc:docMk/>
            <pc:sldMk cId="2500629212" sldId="260"/>
            <ac:spMk id="3092" creationId="{529C2A7A-A6B6-4A56-B11C-8E967D88A60D}"/>
          </ac:spMkLst>
        </pc:spChg>
        <pc:spChg chg="add">
          <ac:chgData name="Sharan K" userId="f29c6af2e783bf9e" providerId="LiveId" clId="{0459DB9A-0F01-4A99-A077-6C9C9A405A2D}" dt="2026-01-28T12:55:17.061" v="495" actId="26606"/>
          <ac:spMkLst>
            <pc:docMk/>
            <pc:sldMk cId="2500629212" sldId="260"/>
            <ac:spMk id="3095" creationId="{FDBD7205-E536-4134-8768-AC3E1A3C5E59}"/>
          </ac:spMkLst>
        </pc:spChg>
        <pc:spChg chg="add del">
          <ac:chgData name="Sharan K" userId="f29c6af2e783bf9e" providerId="LiveId" clId="{0459DB9A-0F01-4A99-A077-6C9C9A405A2D}" dt="2026-01-28T12:54:09.301" v="476" actId="26606"/>
          <ac:spMkLst>
            <pc:docMk/>
            <pc:sldMk cId="2500629212" sldId="260"/>
            <ac:spMk id="3096" creationId="{A7AE9375-4664-4DB2-922D-2782A6E439AC}"/>
          </ac:spMkLst>
        </pc:spChg>
        <pc:spChg chg="add del">
          <ac:chgData name="Sharan K" userId="f29c6af2e783bf9e" providerId="LiveId" clId="{0459DB9A-0F01-4A99-A077-6C9C9A405A2D}" dt="2026-01-28T12:54:12.962" v="478" actId="26606"/>
          <ac:spMkLst>
            <pc:docMk/>
            <pc:sldMk cId="2500629212" sldId="260"/>
            <ac:spMk id="3100" creationId="{5EBC18B6-E5C3-4AD1-97A4-E6A3477A0BB9}"/>
          </ac:spMkLst>
        </pc:spChg>
        <pc:spChg chg="add del">
          <ac:chgData name="Sharan K" userId="f29c6af2e783bf9e" providerId="LiveId" clId="{0459DB9A-0F01-4A99-A077-6C9C9A405A2D}" dt="2026-01-28T12:54:12.962" v="478" actId="26606"/>
          <ac:spMkLst>
            <pc:docMk/>
            <pc:sldMk cId="2500629212" sldId="260"/>
            <ac:spMk id="3101" creationId="{136A4AB6-B72B-4CC6-ADCF-BE807B6C3D71}"/>
          </ac:spMkLst>
        </pc:spChg>
        <pc:spChg chg="add del">
          <ac:chgData name="Sharan K" userId="f29c6af2e783bf9e" providerId="LiveId" clId="{0459DB9A-0F01-4A99-A077-6C9C9A405A2D}" dt="2026-01-28T12:54:12.962" v="478" actId="26606"/>
          <ac:spMkLst>
            <pc:docMk/>
            <pc:sldMk cId="2500629212" sldId="260"/>
            <ac:spMk id="3102" creationId="{B35D540D-9486-4236-952A-F72DC52D79BF}"/>
          </ac:spMkLst>
        </pc:spChg>
        <pc:spChg chg="add del">
          <ac:chgData name="Sharan K" userId="f29c6af2e783bf9e" providerId="LiveId" clId="{0459DB9A-0F01-4A99-A077-6C9C9A405A2D}" dt="2026-01-28T12:54:12.962" v="478" actId="26606"/>
          <ac:spMkLst>
            <pc:docMk/>
            <pc:sldMk cId="2500629212" sldId="260"/>
            <ac:spMk id="3103" creationId="{04C3B9A2-5A35-F430-D725-706C2B2368CC}"/>
          </ac:spMkLst>
        </pc:spChg>
        <pc:spChg chg="add del">
          <ac:chgData name="Sharan K" userId="f29c6af2e783bf9e" providerId="LiveId" clId="{0459DB9A-0F01-4A99-A077-6C9C9A405A2D}" dt="2026-01-28T12:54:14.215" v="480" actId="26606"/>
          <ac:spMkLst>
            <pc:docMk/>
            <pc:sldMk cId="2500629212" sldId="260"/>
            <ac:spMk id="3105" creationId="{A7AE9375-4664-4DB2-922D-2782A6E439AC}"/>
          </ac:spMkLst>
        </pc:spChg>
        <pc:spChg chg="add del">
          <ac:chgData name="Sharan K" userId="f29c6af2e783bf9e" providerId="LiveId" clId="{0459DB9A-0F01-4A99-A077-6C9C9A405A2D}" dt="2026-01-28T12:54:14.215" v="480" actId="26606"/>
          <ac:spMkLst>
            <pc:docMk/>
            <pc:sldMk cId="2500629212" sldId="260"/>
            <ac:spMk id="3107" creationId="{4134D842-9B3A-52B2-0A4A-1EF63FE2D801}"/>
          </ac:spMkLst>
        </pc:spChg>
        <pc:spChg chg="add del">
          <ac:chgData name="Sharan K" userId="f29c6af2e783bf9e" providerId="LiveId" clId="{0459DB9A-0F01-4A99-A077-6C9C9A405A2D}" dt="2026-01-28T12:55:13.972" v="494" actId="26606"/>
          <ac:spMkLst>
            <pc:docMk/>
            <pc:sldMk cId="2500629212" sldId="260"/>
            <ac:spMk id="3111" creationId="{CB336630-103B-A299-A080-53F0F2721386}"/>
          </ac:spMkLst>
        </pc:spChg>
        <pc:spChg chg="add del">
          <ac:chgData name="Sharan K" userId="f29c6af2e783bf9e" providerId="LiveId" clId="{0459DB9A-0F01-4A99-A077-6C9C9A405A2D}" dt="2026-01-28T12:55:13.188" v="492" actId="26606"/>
          <ac:spMkLst>
            <pc:docMk/>
            <pc:sldMk cId="2500629212" sldId="260"/>
            <ac:spMk id="3115" creationId="{8C886788-700E-4D20-9F80-E0E96837A203}"/>
          </ac:spMkLst>
        </pc:spChg>
        <pc:spChg chg="add del">
          <ac:chgData name="Sharan K" userId="f29c6af2e783bf9e" providerId="LiveId" clId="{0459DB9A-0F01-4A99-A077-6C9C9A405A2D}" dt="2026-01-28T12:55:13.188" v="492" actId="26606"/>
          <ac:spMkLst>
            <pc:docMk/>
            <pc:sldMk cId="2500629212" sldId="260"/>
            <ac:spMk id="3117" creationId="{1850674C-4E08-4C62-A3E2-6337FE4F7D86}"/>
          </ac:spMkLst>
        </pc:spChg>
        <pc:spChg chg="add del">
          <ac:chgData name="Sharan K" userId="f29c6af2e783bf9e" providerId="LiveId" clId="{0459DB9A-0F01-4A99-A077-6C9C9A405A2D}" dt="2026-01-28T12:55:13.188" v="492" actId="26606"/>
          <ac:spMkLst>
            <pc:docMk/>
            <pc:sldMk cId="2500629212" sldId="260"/>
            <ac:spMk id="3119" creationId="{BCE4FF05-2B0C-4C97-A9B4-E163085A90E1}"/>
          </ac:spMkLst>
        </pc:spChg>
        <pc:spChg chg="add del">
          <ac:chgData name="Sharan K" userId="f29c6af2e783bf9e" providerId="LiveId" clId="{0459DB9A-0F01-4A99-A077-6C9C9A405A2D}" dt="2026-01-28T12:55:13.188" v="492" actId="26606"/>
          <ac:spMkLst>
            <pc:docMk/>
            <pc:sldMk cId="2500629212" sldId="260"/>
            <ac:spMk id="3121" creationId="{529C2A7A-A6B6-4A56-B11C-8E967D88A60D}"/>
          </ac:spMkLst>
        </pc:spChg>
        <pc:spChg chg="add del">
          <ac:chgData name="Sharan K" userId="f29c6af2e783bf9e" providerId="LiveId" clId="{0459DB9A-0F01-4A99-A077-6C9C9A405A2D}" dt="2026-01-28T12:55:13.188" v="492" actId="26606"/>
          <ac:spMkLst>
            <pc:docMk/>
            <pc:sldMk cId="2500629212" sldId="260"/>
            <ac:spMk id="3123" creationId="{FDBD7205-E536-4134-8768-AC3E1A3C5E59}"/>
          </ac:spMkLst>
        </pc:spChg>
        <pc:spChg chg="add del">
          <ac:chgData name="Sharan K" userId="f29c6af2e783bf9e" providerId="LiveId" clId="{0459DB9A-0F01-4A99-A077-6C9C9A405A2D}" dt="2026-01-28T12:55:11.536" v="489" actId="26606"/>
          <ac:spMkLst>
            <pc:docMk/>
            <pc:sldMk cId="2500629212" sldId="260"/>
            <ac:spMk id="3128" creationId="{8C886788-700E-4D20-9F80-E0E96837A203}"/>
          </ac:spMkLst>
        </pc:spChg>
        <pc:spChg chg="add del">
          <ac:chgData name="Sharan K" userId="f29c6af2e783bf9e" providerId="LiveId" clId="{0459DB9A-0F01-4A99-A077-6C9C9A405A2D}" dt="2026-01-28T12:55:11.536" v="489" actId="26606"/>
          <ac:spMkLst>
            <pc:docMk/>
            <pc:sldMk cId="2500629212" sldId="260"/>
            <ac:spMk id="3130" creationId="{1850674C-4E08-4C62-A3E2-6337FE4F7D86}"/>
          </ac:spMkLst>
        </pc:spChg>
        <pc:spChg chg="add del">
          <ac:chgData name="Sharan K" userId="f29c6af2e783bf9e" providerId="LiveId" clId="{0459DB9A-0F01-4A99-A077-6C9C9A405A2D}" dt="2026-01-28T12:55:11.536" v="489" actId="26606"/>
          <ac:spMkLst>
            <pc:docMk/>
            <pc:sldMk cId="2500629212" sldId="260"/>
            <ac:spMk id="3132" creationId="{BCE4FF05-2B0C-4C97-A9B4-E163085A90E1}"/>
          </ac:spMkLst>
        </pc:spChg>
        <pc:spChg chg="add del">
          <ac:chgData name="Sharan K" userId="f29c6af2e783bf9e" providerId="LiveId" clId="{0459DB9A-0F01-4A99-A077-6C9C9A405A2D}" dt="2026-01-28T12:55:11.536" v="489" actId="26606"/>
          <ac:spMkLst>
            <pc:docMk/>
            <pc:sldMk cId="2500629212" sldId="260"/>
            <ac:spMk id="3134" creationId="{529C2A7A-A6B6-4A56-B11C-8E967D88A60D}"/>
          </ac:spMkLst>
        </pc:spChg>
        <pc:spChg chg="add del">
          <ac:chgData name="Sharan K" userId="f29c6af2e783bf9e" providerId="LiveId" clId="{0459DB9A-0F01-4A99-A077-6C9C9A405A2D}" dt="2026-01-28T12:55:11.536" v="489" actId="26606"/>
          <ac:spMkLst>
            <pc:docMk/>
            <pc:sldMk cId="2500629212" sldId="260"/>
            <ac:spMk id="3136" creationId="{FDBD7205-E536-4134-8768-AC3E1A3C5E59}"/>
          </ac:spMkLst>
        </pc:spChg>
        <pc:picChg chg="add mod ord">
          <ac:chgData name="Sharan K" userId="f29c6af2e783bf9e" providerId="LiveId" clId="{0459DB9A-0F01-4A99-A077-6C9C9A405A2D}" dt="2026-01-28T12:55:17.061" v="495" actId="26606"/>
          <ac:picMkLst>
            <pc:docMk/>
            <pc:sldMk cId="2500629212" sldId="260"/>
            <ac:picMk id="3074" creationId="{73B76B7D-C0C1-034F-AA0D-0DC879054CBC}"/>
          </ac:picMkLst>
        </pc:picChg>
        <pc:picChg chg="add">
          <ac:chgData name="Sharan K" userId="f29c6af2e783bf9e" providerId="LiveId" clId="{0459DB9A-0F01-4A99-A077-6C9C9A405A2D}" dt="2026-01-28T12:52:21.846" v="463"/>
          <ac:picMkLst>
            <pc:docMk/>
            <pc:sldMk cId="2500629212" sldId="260"/>
            <ac:picMk id="3076" creationId="{F605D42E-FB17-5D16-063F-16D442DECA39}"/>
          </ac:picMkLst>
        </pc:picChg>
        <pc:picChg chg="add">
          <ac:chgData name="Sharan K" userId="f29c6af2e783bf9e" providerId="LiveId" clId="{0459DB9A-0F01-4A99-A077-6C9C9A405A2D}" dt="2026-01-28T12:52:24.227" v="464"/>
          <ac:picMkLst>
            <pc:docMk/>
            <pc:sldMk cId="2500629212" sldId="260"/>
            <ac:picMk id="3078" creationId="{A7994466-BAB3-91A3-843F-CCA8A5C4504A}"/>
          </ac:picMkLst>
        </pc:picChg>
        <pc:picChg chg="add mod">
          <ac:chgData name="Sharan K" userId="f29c6af2e783bf9e" providerId="LiveId" clId="{0459DB9A-0F01-4A99-A077-6C9C9A405A2D}" dt="2026-01-28T12:55:17.061" v="495" actId="26606"/>
          <ac:picMkLst>
            <pc:docMk/>
            <pc:sldMk cId="2500629212" sldId="260"/>
            <ac:picMk id="3080" creationId="{EBDBFB7F-A1D1-67BE-54DD-54B0D8661837}"/>
          </ac:picMkLst>
        </pc:picChg>
        <pc:picChg chg="add del mod ord">
          <ac:chgData name="Sharan K" userId="f29c6af2e783bf9e" providerId="LiveId" clId="{0459DB9A-0F01-4A99-A077-6C9C9A405A2D}" dt="2026-01-28T12:55:13.972" v="494" actId="26606"/>
          <ac:picMkLst>
            <pc:docMk/>
            <pc:sldMk cId="2500629212" sldId="260"/>
            <ac:picMk id="3082" creationId="{22697E92-7136-2579-0BD1-973F04A6FB70}"/>
          </ac:picMkLst>
        </pc:picChg>
        <pc:picChg chg="add mod">
          <ac:chgData name="Sharan K" userId="f29c6af2e783bf9e" providerId="LiveId" clId="{0459DB9A-0F01-4A99-A077-6C9C9A405A2D}" dt="2026-01-28T12:55:11.996" v="490"/>
          <ac:picMkLst>
            <pc:docMk/>
            <pc:sldMk cId="2500629212" sldId="260"/>
            <ac:picMk id="3084" creationId="{376CFB97-BC95-1F4D-DDD5-3F81BD85588B}"/>
          </ac:picMkLst>
        </pc:picChg>
        <pc:cxnChg chg="add del">
          <ac:chgData name="Sharan K" userId="f29c6af2e783bf9e" providerId="LiveId" clId="{0459DB9A-0F01-4A99-A077-6C9C9A405A2D}" dt="2026-01-28T12:54:07.869" v="474" actId="26606"/>
          <ac:cxnSpMkLst>
            <pc:docMk/>
            <pc:sldMk cId="2500629212" sldId="260"/>
            <ac:cxnSpMk id="3093" creationId="{192712F8-36FA-35DF-0CE8-4098D93322A3}"/>
          </ac:cxnSpMkLst>
        </pc:cxnChg>
        <pc:cxnChg chg="add del">
          <ac:chgData name="Sharan K" userId="f29c6af2e783bf9e" providerId="LiveId" clId="{0459DB9A-0F01-4A99-A077-6C9C9A405A2D}" dt="2026-01-28T12:54:07.869" v="474" actId="26606"/>
          <ac:cxnSpMkLst>
            <pc:docMk/>
            <pc:sldMk cId="2500629212" sldId="260"/>
            <ac:cxnSpMk id="3094" creationId="{AF9469B9-6468-5B6A-E832-8D4590388432}"/>
          </ac:cxnSpMkLst>
        </pc:cxnChg>
        <pc:cxnChg chg="add del">
          <ac:chgData name="Sharan K" userId="f29c6af2e783bf9e" providerId="LiveId" clId="{0459DB9A-0F01-4A99-A077-6C9C9A405A2D}" dt="2026-01-28T12:54:09.301" v="476" actId="26606"/>
          <ac:cxnSpMkLst>
            <pc:docMk/>
            <pc:sldMk cId="2500629212" sldId="260"/>
            <ac:cxnSpMk id="3097" creationId="{EE504C98-6397-41C1-A8D8-2D9C4ED307E0}"/>
          </ac:cxnSpMkLst>
        </pc:cxnChg>
        <pc:cxnChg chg="add del">
          <ac:chgData name="Sharan K" userId="f29c6af2e783bf9e" providerId="LiveId" clId="{0459DB9A-0F01-4A99-A077-6C9C9A405A2D}" dt="2026-01-28T12:54:09.301" v="476" actId="26606"/>
          <ac:cxnSpMkLst>
            <pc:docMk/>
            <pc:sldMk cId="2500629212" sldId="260"/>
            <ac:cxnSpMk id="3098" creationId="{B7188D9B-1674-419B-A379-D1632A7EC3A2}"/>
          </ac:cxnSpMkLst>
        </pc:cxnChg>
        <pc:cxnChg chg="add del">
          <ac:chgData name="Sharan K" userId="f29c6af2e783bf9e" providerId="LiveId" clId="{0459DB9A-0F01-4A99-A077-6C9C9A405A2D}" dt="2026-01-28T12:54:14.215" v="480" actId="26606"/>
          <ac:cxnSpMkLst>
            <pc:docMk/>
            <pc:sldMk cId="2500629212" sldId="260"/>
            <ac:cxnSpMk id="3106" creationId="{EE504C98-6397-41C1-A8D8-2D9C4ED307E0}"/>
          </ac:cxnSpMkLst>
        </pc:cxnChg>
        <pc:cxnChg chg="add del">
          <ac:chgData name="Sharan K" userId="f29c6af2e783bf9e" providerId="LiveId" clId="{0459DB9A-0F01-4A99-A077-6C9C9A405A2D}" dt="2026-01-28T12:54:14.215" v="480" actId="26606"/>
          <ac:cxnSpMkLst>
            <pc:docMk/>
            <pc:sldMk cId="2500629212" sldId="260"/>
            <ac:cxnSpMk id="3108" creationId="{B7188D9B-1674-419B-A379-D1632A7EC3A2}"/>
          </ac:cxnSpMkLst>
        </pc:cxnChg>
        <pc:cxnChg chg="add del">
          <ac:chgData name="Sharan K" userId="f29c6af2e783bf9e" providerId="LiveId" clId="{0459DB9A-0F01-4A99-A077-6C9C9A405A2D}" dt="2026-01-28T12:55:13.972" v="494" actId="26606"/>
          <ac:cxnSpMkLst>
            <pc:docMk/>
            <pc:sldMk cId="2500629212" sldId="260"/>
            <ac:cxnSpMk id="3110" creationId="{1503BFE4-729B-D9D0-C17B-501E6AF1127A}"/>
          </ac:cxnSpMkLst>
        </pc:cxnChg>
      </pc:sldChg>
      <pc:sldChg chg="addSp modSp mod setBg">
        <pc:chgData name="Sharan K" userId="f29c6af2e783bf9e" providerId="LiveId" clId="{0459DB9A-0F01-4A99-A077-6C9C9A405A2D}" dt="2026-01-28T13:23:59.880" v="1393"/>
        <pc:sldMkLst>
          <pc:docMk/>
          <pc:sldMk cId="3918255944" sldId="261"/>
        </pc:sldMkLst>
        <pc:spChg chg="mod">
          <ac:chgData name="Sharan K" userId="f29c6af2e783bf9e" providerId="LiveId" clId="{0459DB9A-0F01-4A99-A077-6C9C9A405A2D}" dt="2026-01-28T12:24:48.774" v="41" actId="26606"/>
          <ac:spMkLst>
            <pc:docMk/>
            <pc:sldMk cId="3918255944" sldId="261"/>
            <ac:spMk id="2" creationId="{3872EABF-B44B-B966-254C-7996CC9321FE}"/>
          </ac:spMkLst>
        </pc:spChg>
        <pc:spChg chg="mod">
          <ac:chgData name="Sharan K" userId="f29c6af2e783bf9e" providerId="LiveId" clId="{0459DB9A-0F01-4A99-A077-6C9C9A405A2D}" dt="2026-01-28T13:23:59.880" v="1393"/>
          <ac:spMkLst>
            <pc:docMk/>
            <pc:sldMk cId="3918255944" sldId="261"/>
            <ac:spMk id="3" creationId="{99E55EFB-E8F7-13C6-BCF0-890041B25153}"/>
          </ac:spMkLst>
        </pc:spChg>
        <pc:spChg chg="add">
          <ac:chgData name="Sharan K" userId="f29c6af2e783bf9e" providerId="LiveId" clId="{0459DB9A-0F01-4A99-A077-6C9C9A405A2D}" dt="2026-01-28T12:24:48.774" v="41" actId="26606"/>
          <ac:spMkLst>
            <pc:docMk/>
            <pc:sldMk cId="3918255944" sldId="261"/>
            <ac:spMk id="8" creationId="{100EDD19-6802-4EC3-95CE-CFFAB042CFD6}"/>
          </ac:spMkLst>
        </pc:spChg>
        <pc:spChg chg="add">
          <ac:chgData name="Sharan K" userId="f29c6af2e783bf9e" providerId="LiveId" clId="{0459DB9A-0F01-4A99-A077-6C9C9A405A2D}" dt="2026-01-28T12:24:48.774" v="41" actId="26606"/>
          <ac:spMkLst>
            <pc:docMk/>
            <pc:sldMk cId="3918255944" sldId="261"/>
            <ac:spMk id="10" creationId="{DB17E863-922E-4C26-BD64-E8FD41D28661}"/>
          </ac:spMkLst>
        </pc:spChg>
      </pc:sldChg>
      <pc:sldChg chg="addSp delSp modSp mod setBg">
        <pc:chgData name="Sharan K" userId="f29c6af2e783bf9e" providerId="LiveId" clId="{0459DB9A-0F01-4A99-A077-6C9C9A405A2D}" dt="2026-01-28T13:41:52.986" v="1416" actId="26606"/>
        <pc:sldMkLst>
          <pc:docMk/>
          <pc:sldMk cId="2744870533" sldId="262"/>
        </pc:sldMkLst>
        <pc:spChg chg="mod">
          <ac:chgData name="Sharan K" userId="f29c6af2e783bf9e" providerId="LiveId" clId="{0459DB9A-0F01-4A99-A077-6C9C9A405A2D}" dt="2026-01-28T13:41:52.986" v="1416" actId="26606"/>
          <ac:spMkLst>
            <pc:docMk/>
            <pc:sldMk cId="2744870533" sldId="262"/>
            <ac:spMk id="2" creationId="{55CF6B11-FE4A-9206-BCC0-AC00EE8412B5}"/>
          </ac:spMkLst>
        </pc:spChg>
        <pc:spChg chg="mod">
          <ac:chgData name="Sharan K" userId="f29c6af2e783bf9e" providerId="LiveId" clId="{0459DB9A-0F01-4A99-A077-6C9C9A405A2D}" dt="2026-01-28T13:41:52.986" v="1416" actId="26606"/>
          <ac:spMkLst>
            <pc:docMk/>
            <pc:sldMk cId="2744870533" sldId="262"/>
            <ac:spMk id="3" creationId="{88506897-07CC-217F-6CD6-6D7F27D8F202}"/>
          </ac:spMkLst>
        </pc:spChg>
        <pc:spChg chg="add del">
          <ac:chgData name="Sharan K" userId="f29c6af2e783bf9e" providerId="LiveId" clId="{0459DB9A-0F01-4A99-A077-6C9C9A405A2D}" dt="2026-01-28T13:41:52.986" v="1416" actId="26606"/>
          <ac:spMkLst>
            <pc:docMk/>
            <pc:sldMk cId="2744870533" sldId="262"/>
            <ac:spMk id="8" creationId="{100EDD19-6802-4EC3-95CE-CFFAB042CFD6}"/>
          </ac:spMkLst>
        </pc:spChg>
        <pc:spChg chg="add del">
          <ac:chgData name="Sharan K" userId="f29c6af2e783bf9e" providerId="LiveId" clId="{0459DB9A-0F01-4A99-A077-6C9C9A405A2D}" dt="2026-01-28T13:41:52.986" v="1416" actId="26606"/>
          <ac:spMkLst>
            <pc:docMk/>
            <pc:sldMk cId="2744870533" sldId="262"/>
            <ac:spMk id="10" creationId="{DB17E863-922E-4C26-BD64-E8FD41D28661}"/>
          </ac:spMkLst>
        </pc:spChg>
        <pc:spChg chg="add">
          <ac:chgData name="Sharan K" userId="f29c6af2e783bf9e" providerId="LiveId" clId="{0459DB9A-0F01-4A99-A077-6C9C9A405A2D}" dt="2026-01-28T13:41:52.986" v="1416" actId="26606"/>
          <ac:spMkLst>
            <pc:docMk/>
            <pc:sldMk cId="2744870533" sldId="262"/>
            <ac:spMk id="15" creationId="{100EDD19-6802-4EC3-95CE-CFFAB042CFD6}"/>
          </ac:spMkLst>
        </pc:spChg>
        <pc:spChg chg="add">
          <ac:chgData name="Sharan K" userId="f29c6af2e783bf9e" providerId="LiveId" clId="{0459DB9A-0F01-4A99-A077-6C9C9A405A2D}" dt="2026-01-28T13:41:52.986" v="1416" actId="26606"/>
          <ac:spMkLst>
            <pc:docMk/>
            <pc:sldMk cId="2744870533" sldId="262"/>
            <ac:spMk id="17" creationId="{DB17E863-922E-4C26-BD64-E8FD41D28661}"/>
          </ac:spMkLst>
        </pc:spChg>
      </pc:sldChg>
      <pc:sldChg chg="addSp modSp mod setBg">
        <pc:chgData name="Sharan K" userId="f29c6af2e783bf9e" providerId="LiveId" clId="{0459DB9A-0F01-4A99-A077-6C9C9A405A2D}" dt="2026-01-28T12:24:59.921" v="43" actId="26606"/>
        <pc:sldMkLst>
          <pc:docMk/>
          <pc:sldMk cId="3996818500" sldId="263"/>
        </pc:sldMkLst>
        <pc:spChg chg="mod">
          <ac:chgData name="Sharan K" userId="f29c6af2e783bf9e" providerId="LiveId" clId="{0459DB9A-0F01-4A99-A077-6C9C9A405A2D}" dt="2026-01-28T12:24:59.921" v="43" actId="26606"/>
          <ac:spMkLst>
            <pc:docMk/>
            <pc:sldMk cId="3996818500" sldId="263"/>
            <ac:spMk id="2" creationId="{8416B793-02DC-4170-CF59-60CE3B85AB3D}"/>
          </ac:spMkLst>
        </pc:spChg>
        <pc:spChg chg="mod">
          <ac:chgData name="Sharan K" userId="f29c6af2e783bf9e" providerId="LiveId" clId="{0459DB9A-0F01-4A99-A077-6C9C9A405A2D}" dt="2026-01-28T12:24:59.921" v="43" actId="26606"/>
          <ac:spMkLst>
            <pc:docMk/>
            <pc:sldMk cId="3996818500" sldId="263"/>
            <ac:spMk id="3" creationId="{115C1985-16EC-4C57-B3E3-9B4671AE24B8}"/>
          </ac:spMkLst>
        </pc:spChg>
        <pc:spChg chg="add">
          <ac:chgData name="Sharan K" userId="f29c6af2e783bf9e" providerId="LiveId" clId="{0459DB9A-0F01-4A99-A077-6C9C9A405A2D}" dt="2026-01-28T12:24:59.921" v="43" actId="26606"/>
          <ac:spMkLst>
            <pc:docMk/>
            <pc:sldMk cId="3996818500" sldId="263"/>
            <ac:spMk id="8" creationId="{100EDD19-6802-4EC3-95CE-CFFAB042CFD6}"/>
          </ac:spMkLst>
        </pc:spChg>
        <pc:spChg chg="add">
          <ac:chgData name="Sharan K" userId="f29c6af2e783bf9e" providerId="LiveId" clId="{0459DB9A-0F01-4A99-A077-6C9C9A405A2D}" dt="2026-01-28T12:24:59.921" v="43" actId="26606"/>
          <ac:spMkLst>
            <pc:docMk/>
            <pc:sldMk cId="3996818500" sldId="263"/>
            <ac:spMk id="10" creationId="{DB17E863-922E-4C26-BD64-E8FD41D28661}"/>
          </ac:spMkLst>
        </pc:spChg>
      </pc:sldChg>
      <pc:sldChg chg="addSp modSp mod setBg">
        <pc:chgData name="Sharan K" userId="f29c6af2e783bf9e" providerId="LiveId" clId="{0459DB9A-0F01-4A99-A077-6C9C9A405A2D}" dt="2026-01-28T12:25:04.976" v="44" actId="26606"/>
        <pc:sldMkLst>
          <pc:docMk/>
          <pc:sldMk cId="534434679" sldId="264"/>
        </pc:sldMkLst>
        <pc:spChg chg="mod">
          <ac:chgData name="Sharan K" userId="f29c6af2e783bf9e" providerId="LiveId" clId="{0459DB9A-0F01-4A99-A077-6C9C9A405A2D}" dt="2026-01-28T12:25:04.976" v="44" actId="26606"/>
          <ac:spMkLst>
            <pc:docMk/>
            <pc:sldMk cId="534434679" sldId="264"/>
            <ac:spMk id="2" creationId="{24CA3A1E-53C1-7E57-4ACC-23ECCBD68C4F}"/>
          </ac:spMkLst>
        </pc:spChg>
        <pc:spChg chg="mod">
          <ac:chgData name="Sharan K" userId="f29c6af2e783bf9e" providerId="LiveId" clId="{0459DB9A-0F01-4A99-A077-6C9C9A405A2D}" dt="2026-01-28T12:25:04.976" v="44" actId="26606"/>
          <ac:spMkLst>
            <pc:docMk/>
            <pc:sldMk cId="534434679" sldId="264"/>
            <ac:spMk id="3" creationId="{715FE615-2BFD-7AA4-EA13-B8DE11A60DC0}"/>
          </ac:spMkLst>
        </pc:spChg>
        <pc:spChg chg="add">
          <ac:chgData name="Sharan K" userId="f29c6af2e783bf9e" providerId="LiveId" clId="{0459DB9A-0F01-4A99-A077-6C9C9A405A2D}" dt="2026-01-28T12:25:04.976" v="44" actId="26606"/>
          <ac:spMkLst>
            <pc:docMk/>
            <pc:sldMk cId="534434679" sldId="264"/>
            <ac:spMk id="8" creationId="{100EDD19-6802-4EC3-95CE-CFFAB042CFD6}"/>
          </ac:spMkLst>
        </pc:spChg>
        <pc:spChg chg="add">
          <ac:chgData name="Sharan K" userId="f29c6af2e783bf9e" providerId="LiveId" clId="{0459DB9A-0F01-4A99-A077-6C9C9A405A2D}" dt="2026-01-28T12:25:04.976" v="44" actId="26606"/>
          <ac:spMkLst>
            <pc:docMk/>
            <pc:sldMk cId="534434679" sldId="264"/>
            <ac:spMk id="10" creationId="{DB17E863-922E-4C26-BD64-E8FD41D28661}"/>
          </ac:spMkLst>
        </pc:spChg>
      </pc:sldChg>
      <pc:sldChg chg="addSp modSp mod setBg">
        <pc:chgData name="Sharan K" userId="f29c6af2e783bf9e" providerId="LiveId" clId="{0459DB9A-0F01-4A99-A077-6C9C9A405A2D}" dt="2026-01-28T12:25:08.395" v="45" actId="26606"/>
        <pc:sldMkLst>
          <pc:docMk/>
          <pc:sldMk cId="2878072484" sldId="265"/>
        </pc:sldMkLst>
        <pc:spChg chg="mod">
          <ac:chgData name="Sharan K" userId="f29c6af2e783bf9e" providerId="LiveId" clId="{0459DB9A-0F01-4A99-A077-6C9C9A405A2D}" dt="2026-01-28T12:25:08.395" v="45" actId="26606"/>
          <ac:spMkLst>
            <pc:docMk/>
            <pc:sldMk cId="2878072484" sldId="265"/>
            <ac:spMk id="2" creationId="{EB102523-00FF-0800-6C84-0407FBB2E343}"/>
          </ac:spMkLst>
        </pc:spChg>
        <pc:spChg chg="mod">
          <ac:chgData name="Sharan K" userId="f29c6af2e783bf9e" providerId="LiveId" clId="{0459DB9A-0F01-4A99-A077-6C9C9A405A2D}" dt="2026-01-28T12:25:08.395" v="45" actId="26606"/>
          <ac:spMkLst>
            <pc:docMk/>
            <pc:sldMk cId="2878072484" sldId="265"/>
            <ac:spMk id="3" creationId="{8B1C7946-2501-CDD7-A212-2DEE371F884F}"/>
          </ac:spMkLst>
        </pc:spChg>
        <pc:spChg chg="add">
          <ac:chgData name="Sharan K" userId="f29c6af2e783bf9e" providerId="LiveId" clId="{0459DB9A-0F01-4A99-A077-6C9C9A405A2D}" dt="2026-01-28T12:25:08.395" v="45" actId="26606"/>
          <ac:spMkLst>
            <pc:docMk/>
            <pc:sldMk cId="2878072484" sldId="265"/>
            <ac:spMk id="8" creationId="{100EDD19-6802-4EC3-95CE-CFFAB042CFD6}"/>
          </ac:spMkLst>
        </pc:spChg>
        <pc:spChg chg="add">
          <ac:chgData name="Sharan K" userId="f29c6af2e783bf9e" providerId="LiveId" clId="{0459DB9A-0F01-4A99-A077-6C9C9A405A2D}" dt="2026-01-28T12:25:08.395" v="45" actId="26606"/>
          <ac:spMkLst>
            <pc:docMk/>
            <pc:sldMk cId="2878072484" sldId="265"/>
            <ac:spMk id="10" creationId="{DB17E863-922E-4C26-BD64-E8FD41D28661}"/>
          </ac:spMkLst>
        </pc:spChg>
      </pc:sldChg>
      <pc:sldChg chg="addSp modSp mod setBg">
        <pc:chgData name="Sharan K" userId="f29c6af2e783bf9e" providerId="LiveId" clId="{0459DB9A-0F01-4A99-A077-6C9C9A405A2D}" dt="2026-01-28T12:25:11.605" v="46" actId="26606"/>
        <pc:sldMkLst>
          <pc:docMk/>
          <pc:sldMk cId="1744105944" sldId="266"/>
        </pc:sldMkLst>
        <pc:spChg chg="mod">
          <ac:chgData name="Sharan K" userId="f29c6af2e783bf9e" providerId="LiveId" clId="{0459DB9A-0F01-4A99-A077-6C9C9A405A2D}" dt="2026-01-28T12:25:11.605" v="46" actId="26606"/>
          <ac:spMkLst>
            <pc:docMk/>
            <pc:sldMk cId="1744105944" sldId="266"/>
            <ac:spMk id="2" creationId="{1E45DE74-AD5B-0B3A-541C-37DAF239E35D}"/>
          </ac:spMkLst>
        </pc:spChg>
        <pc:spChg chg="mod">
          <ac:chgData name="Sharan K" userId="f29c6af2e783bf9e" providerId="LiveId" clId="{0459DB9A-0F01-4A99-A077-6C9C9A405A2D}" dt="2026-01-28T12:25:11.605" v="46" actId="26606"/>
          <ac:spMkLst>
            <pc:docMk/>
            <pc:sldMk cId="1744105944" sldId="266"/>
            <ac:spMk id="3" creationId="{B0A787E8-7F2E-CD73-662A-464BB2A4FA8D}"/>
          </ac:spMkLst>
        </pc:spChg>
        <pc:spChg chg="add">
          <ac:chgData name="Sharan K" userId="f29c6af2e783bf9e" providerId="LiveId" clId="{0459DB9A-0F01-4A99-A077-6C9C9A405A2D}" dt="2026-01-28T12:25:11.605" v="46" actId="26606"/>
          <ac:spMkLst>
            <pc:docMk/>
            <pc:sldMk cId="1744105944" sldId="266"/>
            <ac:spMk id="8" creationId="{100EDD19-6802-4EC3-95CE-CFFAB042CFD6}"/>
          </ac:spMkLst>
        </pc:spChg>
        <pc:spChg chg="add">
          <ac:chgData name="Sharan K" userId="f29c6af2e783bf9e" providerId="LiveId" clId="{0459DB9A-0F01-4A99-A077-6C9C9A405A2D}" dt="2026-01-28T12:25:11.605" v="46" actId="26606"/>
          <ac:spMkLst>
            <pc:docMk/>
            <pc:sldMk cId="1744105944" sldId="266"/>
            <ac:spMk id="10" creationId="{DB17E863-922E-4C26-BD64-E8FD41D28661}"/>
          </ac:spMkLst>
        </pc:spChg>
      </pc:sldChg>
      <pc:sldChg chg="addSp modSp mod setBg">
        <pc:chgData name="Sharan K" userId="f29c6af2e783bf9e" providerId="LiveId" clId="{0459DB9A-0F01-4A99-A077-6C9C9A405A2D}" dt="2026-01-28T12:25:14.265" v="47" actId="26606"/>
        <pc:sldMkLst>
          <pc:docMk/>
          <pc:sldMk cId="146145545" sldId="267"/>
        </pc:sldMkLst>
        <pc:spChg chg="mod">
          <ac:chgData name="Sharan K" userId="f29c6af2e783bf9e" providerId="LiveId" clId="{0459DB9A-0F01-4A99-A077-6C9C9A405A2D}" dt="2026-01-28T12:25:14.265" v="47" actId="26606"/>
          <ac:spMkLst>
            <pc:docMk/>
            <pc:sldMk cId="146145545" sldId="267"/>
            <ac:spMk id="2" creationId="{D26F8711-A127-8B6E-E76E-C1A144AAE584}"/>
          </ac:spMkLst>
        </pc:spChg>
        <pc:spChg chg="mod">
          <ac:chgData name="Sharan K" userId="f29c6af2e783bf9e" providerId="LiveId" clId="{0459DB9A-0F01-4A99-A077-6C9C9A405A2D}" dt="2026-01-28T12:25:14.265" v="47" actId="26606"/>
          <ac:spMkLst>
            <pc:docMk/>
            <pc:sldMk cId="146145545" sldId="267"/>
            <ac:spMk id="3" creationId="{9FBC5452-FF35-14C4-6870-DDDE7D2F9CD7}"/>
          </ac:spMkLst>
        </pc:spChg>
        <pc:spChg chg="add">
          <ac:chgData name="Sharan K" userId="f29c6af2e783bf9e" providerId="LiveId" clId="{0459DB9A-0F01-4A99-A077-6C9C9A405A2D}" dt="2026-01-28T12:25:14.265" v="47" actId="26606"/>
          <ac:spMkLst>
            <pc:docMk/>
            <pc:sldMk cId="146145545" sldId="267"/>
            <ac:spMk id="8" creationId="{100EDD19-6802-4EC3-95CE-CFFAB042CFD6}"/>
          </ac:spMkLst>
        </pc:spChg>
        <pc:spChg chg="add">
          <ac:chgData name="Sharan K" userId="f29c6af2e783bf9e" providerId="LiveId" clId="{0459DB9A-0F01-4A99-A077-6C9C9A405A2D}" dt="2026-01-28T12:25:14.265" v="47" actId="26606"/>
          <ac:spMkLst>
            <pc:docMk/>
            <pc:sldMk cId="146145545" sldId="267"/>
            <ac:spMk id="10" creationId="{DB17E863-922E-4C26-BD64-E8FD41D28661}"/>
          </ac:spMkLst>
        </pc:spChg>
      </pc:sldChg>
      <pc:sldChg chg="addSp delSp modSp mod setBg">
        <pc:chgData name="Sharan K" userId="f29c6af2e783bf9e" providerId="LiveId" clId="{0459DB9A-0F01-4A99-A077-6C9C9A405A2D}" dt="2026-01-28T12:25:29.994" v="49" actId="1076"/>
        <pc:sldMkLst>
          <pc:docMk/>
          <pc:sldMk cId="332201626" sldId="268"/>
        </pc:sldMkLst>
        <pc:spChg chg="mod">
          <ac:chgData name="Sharan K" userId="f29c6af2e783bf9e" providerId="LiveId" clId="{0459DB9A-0F01-4A99-A077-6C9C9A405A2D}" dt="2026-01-28T12:25:19.130" v="48" actId="26606"/>
          <ac:spMkLst>
            <pc:docMk/>
            <pc:sldMk cId="332201626" sldId="268"/>
            <ac:spMk id="2" creationId="{CBE3E50B-C655-38B8-1EA6-853063D64AB1}"/>
          </ac:spMkLst>
        </pc:spChg>
        <pc:spChg chg="del mod">
          <ac:chgData name="Sharan K" userId="f29c6af2e783bf9e" providerId="LiveId" clId="{0459DB9A-0F01-4A99-A077-6C9C9A405A2D}" dt="2026-01-28T12:25:19.130" v="48" actId="26606"/>
          <ac:spMkLst>
            <pc:docMk/>
            <pc:sldMk cId="332201626" sldId="268"/>
            <ac:spMk id="3" creationId="{2B1B6E3F-49F8-A211-9F10-D0DB55433C3C}"/>
          </ac:spMkLst>
        </pc:spChg>
        <pc:spChg chg="add">
          <ac:chgData name="Sharan K" userId="f29c6af2e783bf9e" providerId="LiveId" clId="{0459DB9A-0F01-4A99-A077-6C9C9A405A2D}" dt="2026-01-28T12:25:19.130" v="48" actId="26606"/>
          <ac:spMkLst>
            <pc:docMk/>
            <pc:sldMk cId="332201626" sldId="268"/>
            <ac:spMk id="9" creationId="{9B7AD9F6-8CE7-4299-8FC6-328F4DCD3FF9}"/>
          </ac:spMkLst>
        </pc:spChg>
        <pc:spChg chg="add">
          <ac:chgData name="Sharan K" userId="f29c6af2e783bf9e" providerId="LiveId" clId="{0459DB9A-0F01-4A99-A077-6C9C9A405A2D}" dt="2026-01-28T12:25:19.130" v="48" actId="26606"/>
          <ac:spMkLst>
            <pc:docMk/>
            <pc:sldMk cId="332201626" sldId="268"/>
            <ac:spMk id="11" creationId="{F49775AF-8896-43EE-92C6-83497D6DC56F}"/>
          </ac:spMkLst>
        </pc:spChg>
        <pc:picChg chg="add mod">
          <ac:chgData name="Sharan K" userId="f29c6af2e783bf9e" providerId="LiveId" clId="{0459DB9A-0F01-4A99-A077-6C9C9A405A2D}" dt="2026-01-28T12:25:29.994" v="49" actId="1076"/>
          <ac:picMkLst>
            <pc:docMk/>
            <pc:sldMk cId="332201626" sldId="268"/>
            <ac:picMk id="5" creationId="{AE36FCD3-174F-8A82-1419-23BEE922D66C}"/>
          </ac:picMkLst>
        </pc:picChg>
      </pc:sldChg>
      <pc:sldChg chg="new del">
        <pc:chgData name="Sharan K" userId="f29c6af2e783bf9e" providerId="LiveId" clId="{0459DB9A-0F01-4A99-A077-6C9C9A405A2D}" dt="2026-01-28T13:08:31.510" v="593" actId="47"/>
        <pc:sldMkLst>
          <pc:docMk/>
          <pc:sldMk cId="4209084189" sldId="269"/>
        </pc:sldMkLst>
      </pc:sldChg>
      <pc:sldChg chg="addSp delSp modSp new mod setBg">
        <pc:chgData name="Sharan K" userId="f29c6af2e783bf9e" providerId="LiveId" clId="{0459DB9A-0F01-4A99-A077-6C9C9A405A2D}" dt="2026-01-28T12:36:13.489" v="405" actId="20577"/>
        <pc:sldMkLst>
          <pc:docMk/>
          <pc:sldMk cId="444468269" sldId="270"/>
        </pc:sldMkLst>
        <pc:spChg chg="mod">
          <ac:chgData name="Sharan K" userId="f29c6af2e783bf9e" providerId="LiveId" clId="{0459DB9A-0F01-4A99-A077-6C9C9A405A2D}" dt="2026-01-28T12:32:53.943" v="345" actId="26606"/>
          <ac:spMkLst>
            <pc:docMk/>
            <pc:sldMk cId="444468269" sldId="270"/>
            <ac:spMk id="2" creationId="{3AA88BF5-B62B-77F0-8BD6-2FF670300E63}"/>
          </ac:spMkLst>
        </pc:spChg>
        <pc:spChg chg="add del">
          <ac:chgData name="Sharan K" userId="f29c6af2e783bf9e" providerId="LiveId" clId="{0459DB9A-0F01-4A99-A077-6C9C9A405A2D}" dt="2026-01-28T12:32:53.943" v="345" actId="26606"/>
          <ac:spMkLst>
            <pc:docMk/>
            <pc:sldMk cId="444468269" sldId="270"/>
            <ac:spMk id="3" creationId="{5EFF3852-869F-65FD-9459-5ED078C51EEA}"/>
          </ac:spMkLst>
        </pc:spChg>
        <pc:spChg chg="add mod">
          <ac:chgData name="Sharan K" userId="f29c6af2e783bf9e" providerId="LiveId" clId="{0459DB9A-0F01-4A99-A077-6C9C9A405A2D}" dt="2026-01-28T12:34:14.341" v="349"/>
          <ac:spMkLst>
            <pc:docMk/>
            <pc:sldMk cId="444468269" sldId="270"/>
            <ac:spMk id="4" creationId="{83EA021E-B612-1ECA-3F7F-5269716D9A81}"/>
          </ac:spMkLst>
        </pc:spChg>
        <pc:spChg chg="add del">
          <ac:chgData name="Sharan K" userId="f29c6af2e783bf9e" providerId="LiveId" clId="{0459DB9A-0F01-4A99-A077-6C9C9A405A2D}" dt="2026-01-28T12:32:53.937" v="344" actId="26606"/>
          <ac:spMkLst>
            <pc:docMk/>
            <pc:sldMk cId="444468269" sldId="270"/>
            <ac:spMk id="8" creationId="{943CAA20-3569-4189-9E48-239A229A86CA}"/>
          </ac:spMkLst>
        </pc:spChg>
        <pc:spChg chg="add del">
          <ac:chgData name="Sharan K" userId="f29c6af2e783bf9e" providerId="LiveId" clId="{0459DB9A-0F01-4A99-A077-6C9C9A405A2D}" dt="2026-01-28T12:32:53.937" v="344" actId="26606"/>
          <ac:spMkLst>
            <pc:docMk/>
            <pc:sldMk cId="444468269" sldId="270"/>
            <ac:spMk id="10" creationId="{DA542B6D-E775-4832-91DC-2D20F857813A}"/>
          </ac:spMkLst>
        </pc:spChg>
        <pc:spChg chg="add del">
          <ac:chgData name="Sharan K" userId="f29c6af2e783bf9e" providerId="LiveId" clId="{0459DB9A-0F01-4A99-A077-6C9C9A405A2D}" dt="2026-01-28T12:35:23.071" v="372" actId="26606"/>
          <ac:spMkLst>
            <pc:docMk/>
            <pc:sldMk cId="444468269" sldId="270"/>
            <ac:spMk id="12" creationId="{100EDD19-6802-4EC3-95CE-CFFAB042CFD6}"/>
          </ac:spMkLst>
        </pc:spChg>
        <pc:spChg chg="add del">
          <ac:chgData name="Sharan K" userId="f29c6af2e783bf9e" providerId="LiveId" clId="{0459DB9A-0F01-4A99-A077-6C9C9A405A2D}" dt="2026-01-28T12:35:23.071" v="372" actId="26606"/>
          <ac:spMkLst>
            <pc:docMk/>
            <pc:sldMk cId="444468269" sldId="270"/>
            <ac:spMk id="13" creationId="{DB17E863-922E-4C26-BD64-E8FD41D28661}"/>
          </ac:spMkLst>
        </pc:spChg>
        <pc:spChg chg="add del mod">
          <ac:chgData name="Sharan K" userId="f29c6af2e783bf9e" providerId="LiveId" clId="{0459DB9A-0F01-4A99-A077-6C9C9A405A2D}" dt="2026-01-28T12:36:13.489" v="405" actId="20577"/>
          <ac:spMkLst>
            <pc:docMk/>
            <pc:sldMk cId="444468269" sldId="270"/>
            <ac:spMk id="14" creationId="{5EFF3852-869F-65FD-9459-5ED078C51EEA}"/>
          </ac:spMkLst>
        </pc:spChg>
        <pc:spChg chg="add">
          <ac:chgData name="Sharan K" userId="f29c6af2e783bf9e" providerId="LiveId" clId="{0459DB9A-0F01-4A99-A077-6C9C9A405A2D}" dt="2026-01-28T12:35:23.071" v="372" actId="26606"/>
          <ac:spMkLst>
            <pc:docMk/>
            <pc:sldMk cId="444468269" sldId="270"/>
            <ac:spMk id="19" creationId="{100EDD19-6802-4EC3-95CE-CFFAB042CFD6}"/>
          </ac:spMkLst>
        </pc:spChg>
        <pc:spChg chg="add">
          <ac:chgData name="Sharan K" userId="f29c6af2e783bf9e" providerId="LiveId" clId="{0459DB9A-0F01-4A99-A077-6C9C9A405A2D}" dt="2026-01-28T12:35:23.071" v="372" actId="26606"/>
          <ac:spMkLst>
            <pc:docMk/>
            <pc:sldMk cId="444468269" sldId="270"/>
            <ac:spMk id="21" creationId="{DB17E863-922E-4C26-BD64-E8FD41D28661}"/>
          </ac:spMkLst>
        </pc:spChg>
      </pc:sldChg>
      <pc:sldChg chg="modSp new del">
        <pc:chgData name="Sharan K" userId="f29c6af2e783bf9e" providerId="LiveId" clId="{0459DB9A-0F01-4A99-A077-6C9C9A405A2D}" dt="2026-01-28T13:00:44.343" v="505" actId="680"/>
        <pc:sldMkLst>
          <pc:docMk/>
          <pc:sldMk cId="2017309738" sldId="271"/>
        </pc:sldMkLst>
        <pc:spChg chg="mod">
          <ac:chgData name="Sharan K" userId="f29c6af2e783bf9e" providerId="LiveId" clId="{0459DB9A-0F01-4A99-A077-6C9C9A405A2D}" dt="2026-01-28T13:00:37.735" v="504"/>
          <ac:spMkLst>
            <pc:docMk/>
            <pc:sldMk cId="2017309738" sldId="271"/>
            <ac:spMk id="2" creationId="{0190724F-0901-7899-4AE9-1A1298FEEDB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676DCEE-C64D-456C-BAEE-209B7A2B525E}" type="datetimeFigureOut">
              <a:rPr lang="en-IN" smtClean="0"/>
              <a:t>28-01-2026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744459-E722-4F75-B6C7-5338948A5F1E}" type="slidenum">
              <a:rPr lang="en-IN" smtClean="0"/>
              <a:t>‹#›</a:t>
            </a:fld>
            <a:endParaRPr lang="en-IN"/>
          </a:p>
        </p:txBody>
      </p:sp>
    </p:spTree>
    <p:extLst>
      <p:ext uri="{BB962C8B-B14F-4D97-AF65-F5344CB8AC3E}">
        <p14:creationId xmlns:p14="http://schemas.microsoft.com/office/powerpoint/2010/main" val="15343634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76DCEE-C64D-456C-BAEE-209B7A2B525E}" type="datetimeFigureOut">
              <a:rPr lang="en-IN" smtClean="0"/>
              <a:t>28-01-2026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744459-E722-4F75-B6C7-5338948A5F1E}" type="slidenum">
              <a:rPr lang="en-IN" smtClean="0"/>
              <a:t>‹#›</a:t>
            </a:fld>
            <a:endParaRPr lang="en-IN"/>
          </a:p>
        </p:txBody>
      </p:sp>
    </p:spTree>
    <p:extLst>
      <p:ext uri="{BB962C8B-B14F-4D97-AF65-F5344CB8AC3E}">
        <p14:creationId xmlns:p14="http://schemas.microsoft.com/office/powerpoint/2010/main" val="1461555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676DCEE-C64D-456C-BAEE-209B7A2B525E}" type="datetimeFigureOut">
              <a:rPr lang="en-IN" smtClean="0"/>
              <a:t>28-01-2026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744459-E722-4F75-B6C7-5338948A5F1E}" type="slidenum">
              <a:rPr lang="en-IN" smtClean="0"/>
              <a:t>‹#›</a:t>
            </a:fld>
            <a:endParaRPr lang="en-IN"/>
          </a:p>
        </p:txBody>
      </p:sp>
    </p:spTree>
    <p:extLst>
      <p:ext uri="{BB962C8B-B14F-4D97-AF65-F5344CB8AC3E}">
        <p14:creationId xmlns:p14="http://schemas.microsoft.com/office/powerpoint/2010/main" val="16642877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676DCEE-C64D-456C-BAEE-209B7A2B525E}" type="datetimeFigureOut">
              <a:rPr lang="en-IN" smtClean="0"/>
              <a:t>28-01-2026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744459-E722-4F75-B6C7-5338948A5F1E}" type="slidenum">
              <a:rPr lang="en-IN" smtClean="0"/>
              <a:t>‹#›</a:t>
            </a:fld>
            <a:endParaRPr lang="en-IN"/>
          </a:p>
        </p:txBody>
      </p:sp>
    </p:spTree>
    <p:extLst>
      <p:ext uri="{BB962C8B-B14F-4D97-AF65-F5344CB8AC3E}">
        <p14:creationId xmlns:p14="http://schemas.microsoft.com/office/powerpoint/2010/main" val="40088579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676DCEE-C64D-456C-BAEE-209B7A2B525E}" type="datetimeFigureOut">
              <a:rPr lang="en-IN" smtClean="0"/>
              <a:t>28-01-2026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0744459-E722-4F75-B6C7-5338948A5F1E}" type="slidenum">
              <a:rPr lang="en-IN" smtClean="0"/>
              <a:t>‹#›</a:t>
            </a:fld>
            <a:endParaRPr lang="en-IN"/>
          </a:p>
        </p:txBody>
      </p:sp>
    </p:spTree>
    <p:extLst>
      <p:ext uri="{BB962C8B-B14F-4D97-AF65-F5344CB8AC3E}">
        <p14:creationId xmlns:p14="http://schemas.microsoft.com/office/powerpoint/2010/main" val="1629154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676DCEE-C64D-456C-BAEE-209B7A2B525E}" type="datetimeFigureOut">
              <a:rPr lang="en-IN" smtClean="0"/>
              <a:t>28-01-2026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0744459-E722-4F75-B6C7-5338948A5F1E}" type="slidenum">
              <a:rPr lang="en-IN" smtClean="0"/>
              <a:t>‹#›</a:t>
            </a:fld>
            <a:endParaRPr lang="en-IN"/>
          </a:p>
        </p:txBody>
      </p:sp>
    </p:spTree>
    <p:extLst>
      <p:ext uri="{BB962C8B-B14F-4D97-AF65-F5344CB8AC3E}">
        <p14:creationId xmlns:p14="http://schemas.microsoft.com/office/powerpoint/2010/main" val="1856523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76DCEE-C64D-456C-BAEE-209B7A2B525E}" type="datetimeFigureOut">
              <a:rPr lang="en-IN" smtClean="0"/>
              <a:t>28-01-2026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0744459-E722-4F75-B6C7-5338948A5F1E}" type="slidenum">
              <a:rPr lang="en-IN" smtClean="0"/>
              <a:t>‹#›</a:t>
            </a:fld>
            <a:endParaRPr lang="en-IN"/>
          </a:p>
        </p:txBody>
      </p:sp>
    </p:spTree>
    <p:extLst>
      <p:ext uri="{BB962C8B-B14F-4D97-AF65-F5344CB8AC3E}">
        <p14:creationId xmlns:p14="http://schemas.microsoft.com/office/powerpoint/2010/main" val="1421551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676DCEE-C64D-456C-BAEE-209B7A2B525E}" type="datetimeFigureOut">
              <a:rPr lang="en-IN" smtClean="0"/>
              <a:t>28-01-2026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744459-E722-4F75-B6C7-5338948A5F1E}" type="slidenum">
              <a:rPr lang="en-IN" smtClean="0"/>
              <a:t>‹#›</a:t>
            </a:fld>
            <a:endParaRPr lang="en-IN"/>
          </a:p>
        </p:txBody>
      </p:sp>
    </p:spTree>
    <p:extLst>
      <p:ext uri="{BB962C8B-B14F-4D97-AF65-F5344CB8AC3E}">
        <p14:creationId xmlns:p14="http://schemas.microsoft.com/office/powerpoint/2010/main" val="30386361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676DCEE-C64D-456C-BAEE-209B7A2B525E}" type="datetimeFigureOut">
              <a:rPr lang="en-IN" smtClean="0"/>
              <a:t>28-01-2026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744459-E722-4F75-B6C7-5338948A5F1E}" type="slidenum">
              <a:rPr lang="en-IN" smtClean="0"/>
              <a:t>‹#›</a:t>
            </a:fld>
            <a:endParaRPr lang="en-IN"/>
          </a:p>
        </p:txBody>
      </p:sp>
    </p:spTree>
    <p:extLst>
      <p:ext uri="{BB962C8B-B14F-4D97-AF65-F5344CB8AC3E}">
        <p14:creationId xmlns:p14="http://schemas.microsoft.com/office/powerpoint/2010/main" val="41372651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76DCEE-C64D-456C-BAEE-209B7A2B525E}" type="datetimeFigureOut">
              <a:rPr lang="en-IN" smtClean="0"/>
              <a:t>28-01-2026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744459-E722-4F75-B6C7-5338948A5F1E}" type="slidenum">
              <a:rPr lang="en-IN" smtClean="0"/>
              <a:t>‹#›</a:t>
            </a:fld>
            <a:endParaRPr lang="en-IN"/>
          </a:p>
        </p:txBody>
      </p:sp>
    </p:spTree>
    <p:extLst>
      <p:ext uri="{BB962C8B-B14F-4D97-AF65-F5344CB8AC3E}">
        <p14:creationId xmlns:p14="http://schemas.microsoft.com/office/powerpoint/2010/main" val="3491640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76DCEE-C64D-456C-BAEE-209B7A2B525E}" type="datetimeFigureOut">
              <a:rPr lang="en-IN" smtClean="0"/>
              <a:t>28-01-2026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744459-E722-4F75-B6C7-5338948A5F1E}" type="slidenum">
              <a:rPr lang="en-IN" smtClean="0"/>
              <a:t>‹#›</a:t>
            </a:fld>
            <a:endParaRPr lang="en-IN"/>
          </a:p>
        </p:txBody>
      </p:sp>
    </p:spTree>
    <p:extLst>
      <p:ext uri="{BB962C8B-B14F-4D97-AF65-F5344CB8AC3E}">
        <p14:creationId xmlns:p14="http://schemas.microsoft.com/office/powerpoint/2010/main" val="3556528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76DCEE-C64D-456C-BAEE-209B7A2B525E}" type="datetimeFigureOut">
              <a:rPr lang="en-IN" smtClean="0"/>
              <a:t>28-01-2026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744459-E722-4F75-B6C7-5338948A5F1E}" type="slidenum">
              <a:rPr lang="en-IN" smtClean="0"/>
              <a:t>‹#›</a:t>
            </a:fld>
            <a:endParaRPr lang="en-IN"/>
          </a:p>
        </p:txBody>
      </p:sp>
    </p:spTree>
    <p:extLst>
      <p:ext uri="{BB962C8B-B14F-4D97-AF65-F5344CB8AC3E}">
        <p14:creationId xmlns:p14="http://schemas.microsoft.com/office/powerpoint/2010/main" val="1853125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561F93-C265-117F-1DE7-225C07297D89}"/>
              </a:ext>
            </a:extLst>
          </p:cNvPr>
          <p:cNvSpPr>
            <a:spLocks noGrp="1"/>
          </p:cNvSpPr>
          <p:nvPr>
            <p:ph type="ctrTitle"/>
          </p:nvPr>
        </p:nvSpPr>
        <p:spPr>
          <a:xfrm>
            <a:off x="838200" y="451381"/>
            <a:ext cx="10512552" cy="4066540"/>
          </a:xfrm>
        </p:spPr>
        <p:txBody>
          <a:bodyPr vert="horz" lIns="91440" tIns="45720" rIns="91440" bIns="45720" rtlCol="0" anchor="b">
            <a:normAutofit/>
          </a:bodyPr>
          <a:lstStyle/>
          <a:p>
            <a:pPr algn="l"/>
            <a:r>
              <a:rPr lang="en-US" sz="6600" kern="1200">
                <a:latin typeface="+mj-lt"/>
                <a:ea typeface="+mj-ea"/>
                <a:cs typeface="+mj-cs"/>
              </a:rPr>
              <a:t>Robust AI Image Generation in the Wild</a:t>
            </a:r>
          </a:p>
        </p:txBody>
      </p:sp>
      <p:sp>
        <p:nvSpPr>
          <p:cNvPr id="21"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9649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1DBC41-EADB-D90A-A688-884FE24A439E}"/>
              </a:ext>
            </a:extLst>
          </p:cNvPr>
          <p:cNvSpPr>
            <a:spLocks noGrp="1"/>
          </p:cNvSpPr>
          <p:nvPr>
            <p:ph type="title"/>
          </p:nvPr>
        </p:nvSpPr>
        <p:spPr>
          <a:xfrm>
            <a:off x="838200" y="365125"/>
            <a:ext cx="10515600" cy="1325563"/>
          </a:xfrm>
        </p:spPr>
        <p:txBody>
          <a:bodyPr>
            <a:normAutofit/>
          </a:bodyPr>
          <a:lstStyle/>
          <a:p>
            <a:r>
              <a:rPr lang="en-IN" sz="5400" dirty="0"/>
              <a:t>Evolution of Image Generation</a:t>
            </a:r>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8FEB5F2-FBC2-88C5-01B0-151B509C59A4}"/>
              </a:ext>
            </a:extLst>
          </p:cNvPr>
          <p:cNvSpPr>
            <a:spLocks noGrp="1"/>
          </p:cNvSpPr>
          <p:nvPr>
            <p:ph idx="1"/>
          </p:nvPr>
        </p:nvSpPr>
        <p:spPr>
          <a:xfrm>
            <a:off x="838200" y="1929384"/>
            <a:ext cx="10515600" cy="4251960"/>
          </a:xfrm>
        </p:spPr>
        <p:txBody>
          <a:bodyPr>
            <a:normAutofit/>
          </a:bodyPr>
          <a:lstStyle/>
          <a:p>
            <a:r>
              <a:rPr lang="en-IN" sz="2200" dirty="0"/>
              <a:t>1950s – 1980s: Symbolic AI &amp; Algorithmic Art </a:t>
            </a:r>
          </a:p>
          <a:p>
            <a:pPr lvl="1"/>
            <a:r>
              <a:rPr lang="en-US" sz="2200" dirty="0"/>
              <a:t>The Logic: Researchers used explicit human-defined rules (If-Then statements) to create 2D animations and simple patterns.</a:t>
            </a:r>
          </a:p>
          <a:p>
            <a:pPr lvl="1"/>
            <a:r>
              <a:rPr lang="en-US" sz="2200" dirty="0"/>
              <a:t>Key Concept: "Non-learning" AI. The machine didn't understand the image; it just followed a geometric recipe.</a:t>
            </a:r>
            <a:endParaRPr lang="en-IN" sz="2200" dirty="0"/>
          </a:p>
          <a:p>
            <a:r>
              <a:rPr lang="en-IN" sz="2200" dirty="0"/>
              <a:t>1990s: Statistical Texture Synthesis </a:t>
            </a:r>
          </a:p>
          <a:p>
            <a:pPr lvl="1"/>
            <a:r>
              <a:rPr lang="en-US" sz="2200" dirty="0"/>
              <a:t>Used mathematical models to replicate patterns (like brick walls or grass) by analyzing the probability of pixel distributions.</a:t>
            </a:r>
            <a:endParaRPr lang="en-IN" sz="2200" dirty="0"/>
          </a:p>
          <a:p>
            <a:r>
              <a:rPr lang="en-IN" sz="2200" dirty="0"/>
              <a:t>2006: The “Wake-Sleep” Philosophy – Geoffrey Hinton</a:t>
            </a:r>
          </a:p>
          <a:p>
            <a:pPr lvl="1"/>
            <a:r>
              <a:rPr lang="en-US" sz="2200" dirty="0"/>
              <a:t>Geoffrey Hinton introduced the idea that to recognize shapes, a system should first learn to generate them. He proposed using "top-down" generative connections to produce "fantasies" or reconstructions of data (Hinton, 2007).</a:t>
            </a:r>
            <a:endParaRPr lang="en-IN" sz="2200" dirty="0"/>
          </a:p>
        </p:txBody>
      </p:sp>
    </p:spTree>
    <p:extLst>
      <p:ext uri="{BB962C8B-B14F-4D97-AF65-F5344CB8AC3E}">
        <p14:creationId xmlns:p14="http://schemas.microsoft.com/office/powerpoint/2010/main" val="2989794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A88BF5-B62B-77F0-8BD6-2FF670300E63}"/>
              </a:ext>
            </a:extLst>
          </p:cNvPr>
          <p:cNvSpPr>
            <a:spLocks noGrp="1"/>
          </p:cNvSpPr>
          <p:nvPr>
            <p:ph type="title"/>
          </p:nvPr>
        </p:nvSpPr>
        <p:spPr>
          <a:xfrm>
            <a:off x="838200" y="365125"/>
            <a:ext cx="10515600" cy="1325563"/>
          </a:xfrm>
        </p:spPr>
        <p:txBody>
          <a:bodyPr>
            <a:normAutofit/>
          </a:bodyPr>
          <a:lstStyle/>
          <a:p>
            <a:r>
              <a:rPr lang="en-IN" sz="5000" dirty="0"/>
              <a:t>Evolution of Image Generation (contd.)</a:t>
            </a:r>
          </a:p>
        </p:txBody>
      </p:sp>
      <p:sp>
        <p:nvSpPr>
          <p:cNvPr id="2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2">
            <a:extLst>
              <a:ext uri="{FF2B5EF4-FFF2-40B4-BE49-F238E27FC236}">
                <a16:creationId xmlns:a16="http://schemas.microsoft.com/office/drawing/2014/main" id="{5EFF3852-869F-65FD-9459-5ED078C51EEA}"/>
              </a:ext>
            </a:extLst>
          </p:cNvPr>
          <p:cNvSpPr>
            <a:spLocks noGrp="1"/>
          </p:cNvSpPr>
          <p:nvPr>
            <p:ph idx="1"/>
          </p:nvPr>
        </p:nvSpPr>
        <p:spPr>
          <a:xfrm>
            <a:off x="838200" y="1929384"/>
            <a:ext cx="10515600" cy="4251960"/>
          </a:xfrm>
        </p:spPr>
        <p:txBody>
          <a:bodyPr>
            <a:normAutofit/>
          </a:bodyPr>
          <a:lstStyle/>
          <a:p>
            <a:r>
              <a:rPr lang="en-US" sz="1700" dirty="0"/>
              <a:t>2014: The Dual Path (GANs vs. VAEs)</a:t>
            </a:r>
          </a:p>
          <a:p>
            <a:pPr lvl="1"/>
            <a:r>
              <a:rPr lang="en-US" sz="1700" dirty="0"/>
              <a:t>Generative Adversarial Networks (GANs): A "Minimax" game where a Generator creates images and a Discriminator tries to spot fakes. Result: Sharp, high-fidelity images but unstable to train.</a:t>
            </a:r>
          </a:p>
          <a:p>
            <a:pPr lvl="1"/>
            <a:r>
              <a:rPr lang="en-US" sz="1700" dirty="0"/>
              <a:t>Variational Autoencoders (VAEs): Uses an Encoder to map images to a probabilistic "Latent Space" and a Decoder to reconstruct them. Result: Stable training and diverse outputs, but notoriously blurry.</a:t>
            </a:r>
          </a:p>
          <a:p>
            <a:r>
              <a:rPr lang="en-US" sz="1700" dirty="0"/>
              <a:t>2021: The Semantic Breakthrough (DALL-E &amp; CLIP)</a:t>
            </a:r>
          </a:p>
          <a:p>
            <a:pPr lvl="1"/>
            <a:r>
              <a:rPr lang="en-US" sz="1700" dirty="0"/>
              <a:t>OpenAI’s DALL-E (v1) combined Transformers with VAEs.</a:t>
            </a:r>
          </a:p>
          <a:p>
            <a:pPr lvl="1"/>
            <a:r>
              <a:rPr lang="en-US" sz="1700" dirty="0"/>
              <a:t>It proved that AI could "understand" and blend concepts (e.g., "An armchair in the shape of an avocado") rather than just mimicking textures.</a:t>
            </a:r>
          </a:p>
          <a:p>
            <a:r>
              <a:rPr lang="en-US" sz="1700" dirty="0"/>
              <a:t>2022 – Present: Diffusion Models</a:t>
            </a:r>
          </a:p>
          <a:p>
            <a:pPr lvl="1"/>
            <a:r>
              <a:rPr lang="en-US" sz="1700" dirty="0"/>
              <a:t>The Mechanism: Models like Stable Diffusion and Midjourney work by gradually removing "Gaussian noise" from a static-filled image until a coherent picture emerges.</a:t>
            </a:r>
          </a:p>
          <a:p>
            <a:pPr lvl="1"/>
            <a:r>
              <a:rPr lang="en-US" sz="1700" dirty="0"/>
              <a:t>Why it won: Unlike GANs, Diffusion is highly stable to train and offers far more creative control through natural language prompting.</a:t>
            </a:r>
            <a:endParaRPr lang="en-IN" sz="1700" dirty="0"/>
          </a:p>
        </p:txBody>
      </p:sp>
    </p:spTree>
    <p:extLst>
      <p:ext uri="{BB962C8B-B14F-4D97-AF65-F5344CB8AC3E}">
        <p14:creationId xmlns:p14="http://schemas.microsoft.com/office/powerpoint/2010/main" val="444468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5" name="Rectangle 3084">
            <a:extLst>
              <a:ext uri="{FF2B5EF4-FFF2-40B4-BE49-F238E27FC236}">
                <a16:creationId xmlns:a16="http://schemas.microsoft.com/office/drawing/2014/main" id="{8C886788-700E-4D20-9F80-E0E96837A2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88" name="Freeform: Shape 3087">
            <a:extLst>
              <a:ext uri="{FF2B5EF4-FFF2-40B4-BE49-F238E27FC236}">
                <a16:creationId xmlns:a16="http://schemas.microsoft.com/office/drawing/2014/main" id="{1850674C-4E08-4C62-A3E2-6337FE4F7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090" name="Freeform: Shape 3089">
            <a:extLst>
              <a:ext uri="{FF2B5EF4-FFF2-40B4-BE49-F238E27FC236}">
                <a16:creationId xmlns:a16="http://schemas.microsoft.com/office/drawing/2014/main" id="{BCE4FF05-2B0C-4C97-A9B4-E163085A90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95FD3A5-9C6A-14B1-DED6-32407FC54359}"/>
              </a:ext>
            </a:extLst>
          </p:cNvPr>
          <p:cNvSpPr>
            <a:spLocks noGrp="1"/>
          </p:cNvSpPr>
          <p:nvPr>
            <p:ph type="title"/>
          </p:nvPr>
        </p:nvSpPr>
        <p:spPr>
          <a:xfrm>
            <a:off x="475488" y="1124712"/>
            <a:ext cx="4023360" cy="3200400"/>
          </a:xfrm>
        </p:spPr>
        <p:txBody>
          <a:bodyPr vert="horz" lIns="91440" tIns="45720" rIns="91440" bIns="45720" rtlCol="0" anchor="b">
            <a:normAutofit/>
          </a:bodyPr>
          <a:lstStyle/>
          <a:p>
            <a:r>
              <a:rPr lang="en-US" sz="4800"/>
              <a:t>Risks and Societal Impact </a:t>
            </a:r>
          </a:p>
        </p:txBody>
      </p:sp>
      <p:sp>
        <p:nvSpPr>
          <p:cNvPr id="3092" name="Rectangle 3091">
            <a:extLst>
              <a:ext uri="{FF2B5EF4-FFF2-40B4-BE49-F238E27FC236}">
                <a16:creationId xmlns:a16="http://schemas.microsoft.com/office/drawing/2014/main" id="{529C2A7A-A6B6-4A56-B11C-8E967D88A6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074" name="Picture 2" descr="Signature Detection &amp; Verification with AI">
            <a:extLst>
              <a:ext uri="{FF2B5EF4-FFF2-40B4-BE49-F238E27FC236}">
                <a16:creationId xmlns:a16="http://schemas.microsoft.com/office/drawing/2014/main" id="{73B76B7D-C0C1-034F-AA0D-0DC879054CB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546903" y="1265698"/>
            <a:ext cx="5989326" cy="1662038"/>
          </a:xfrm>
          <a:prstGeom prst="rect">
            <a:avLst/>
          </a:prstGeom>
          <a:noFill/>
          <a:extLst>
            <a:ext uri="{909E8E84-426E-40DD-AFC4-6F175D3DCCD1}">
              <a14:hiddenFill xmlns:a14="http://schemas.microsoft.com/office/drawing/2010/main">
                <a:solidFill>
                  <a:srgbClr val="FFFFFF"/>
                </a:solidFill>
              </a14:hiddenFill>
            </a:ext>
          </a:extLst>
        </p:spPr>
      </p:pic>
      <p:sp>
        <p:nvSpPr>
          <p:cNvPr id="3095" name="Rectangle 3094">
            <a:extLst>
              <a:ext uri="{FF2B5EF4-FFF2-40B4-BE49-F238E27FC236}">
                <a16:creationId xmlns:a16="http://schemas.microsoft.com/office/drawing/2014/main" id="{FDBD7205-E536-4134-8768-AC3E1A3C5E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080" name="Picture 8" descr="TIME for Kids | Fakeout | G5-6">
            <a:extLst>
              <a:ext uri="{FF2B5EF4-FFF2-40B4-BE49-F238E27FC236}">
                <a16:creationId xmlns:a16="http://schemas.microsoft.com/office/drawing/2014/main" id="{EBDBFB7F-A1D1-67BE-54DD-54B0D866183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549354" y="4043503"/>
            <a:ext cx="2871216" cy="1909358"/>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ChatGPT can generate fake Aadhaar, PAN cards: Why it may not be a cause for  concern | Technology News - The Indian Express">
            <a:extLst>
              <a:ext uri="{FF2B5EF4-FFF2-40B4-BE49-F238E27FC236}">
                <a16:creationId xmlns:a16="http://schemas.microsoft.com/office/drawing/2014/main" id="{22697E92-7136-2579-0BD1-973F04A6FB70}"/>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8665013" y="4190653"/>
            <a:ext cx="2871216" cy="16150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0629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72EABF-B44B-B966-254C-7996CC9321FE}"/>
              </a:ext>
            </a:extLst>
          </p:cNvPr>
          <p:cNvSpPr>
            <a:spLocks noGrp="1"/>
          </p:cNvSpPr>
          <p:nvPr>
            <p:ph type="title"/>
          </p:nvPr>
        </p:nvSpPr>
        <p:spPr>
          <a:xfrm>
            <a:off x="838200" y="365125"/>
            <a:ext cx="10515600" cy="1325563"/>
          </a:xfrm>
        </p:spPr>
        <p:txBody>
          <a:bodyPr>
            <a:normAutofit/>
          </a:bodyPr>
          <a:lstStyle/>
          <a:p>
            <a:r>
              <a:rPr lang="en-IN" sz="5400"/>
              <a:t>Problem Statement – NTIRE 2026 </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9E55EFB-E8F7-13C6-BCF0-890041B25153}"/>
              </a:ext>
            </a:extLst>
          </p:cNvPr>
          <p:cNvSpPr>
            <a:spLocks noGrp="1"/>
          </p:cNvSpPr>
          <p:nvPr>
            <p:ph idx="1"/>
          </p:nvPr>
        </p:nvSpPr>
        <p:spPr>
          <a:xfrm>
            <a:off x="838200" y="1929384"/>
            <a:ext cx="10515600" cy="4251960"/>
          </a:xfrm>
        </p:spPr>
        <p:txBody>
          <a:bodyPr>
            <a:normAutofit/>
          </a:bodyPr>
          <a:lstStyle/>
          <a:p>
            <a:pPr lvl="1"/>
            <a:r>
              <a:rPr lang="en-US" dirty="0"/>
              <a:t>Text-to-image (T2I) models have made synthetic images nearly indistinguishable from real photos in many cases, which creates serious challenges for trust, authenticity, forensics, and content safety. At the same time, real-world images are routinely transformed (cropped, resized, compressed, blurred), and detectors must remain reliable under such post-processing and distribution shifts.</a:t>
            </a:r>
          </a:p>
          <a:p>
            <a:pPr lvl="1"/>
            <a:r>
              <a:rPr lang="en-US" dirty="0"/>
              <a:t>In this challenge, we introduce a dataset of real and AI-generated images, with additional “in-the-wild” style transformations, to benchmark detection methods that are accurate, robust, and generalize to unseen generators.</a:t>
            </a:r>
            <a:endParaRPr lang="en-IN" sz="1800" dirty="0"/>
          </a:p>
        </p:txBody>
      </p:sp>
    </p:spTree>
    <p:extLst>
      <p:ext uri="{BB962C8B-B14F-4D97-AF65-F5344CB8AC3E}">
        <p14:creationId xmlns:p14="http://schemas.microsoft.com/office/powerpoint/2010/main" val="3918255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CF6B11-FE4A-9206-BCC0-AC00EE8412B5}"/>
              </a:ext>
            </a:extLst>
          </p:cNvPr>
          <p:cNvSpPr>
            <a:spLocks noGrp="1"/>
          </p:cNvSpPr>
          <p:nvPr>
            <p:ph type="title"/>
          </p:nvPr>
        </p:nvSpPr>
        <p:spPr>
          <a:xfrm>
            <a:off x="838200" y="365125"/>
            <a:ext cx="10515600" cy="1325563"/>
          </a:xfrm>
        </p:spPr>
        <p:txBody>
          <a:bodyPr>
            <a:normAutofit/>
          </a:bodyPr>
          <a:lstStyle/>
          <a:p>
            <a:r>
              <a:rPr lang="en-IN" sz="5400"/>
              <a:t>Problems with AI Detection</a:t>
            </a:r>
          </a:p>
        </p:txBody>
      </p:sp>
      <p:sp>
        <p:nvSpPr>
          <p:cNvPr id="1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8506897-07CC-217F-6CD6-6D7F27D8F202}"/>
              </a:ext>
            </a:extLst>
          </p:cNvPr>
          <p:cNvSpPr>
            <a:spLocks noGrp="1"/>
          </p:cNvSpPr>
          <p:nvPr>
            <p:ph idx="1"/>
          </p:nvPr>
        </p:nvSpPr>
        <p:spPr>
          <a:xfrm>
            <a:off x="838200" y="1929384"/>
            <a:ext cx="10515600" cy="4251960"/>
          </a:xfrm>
        </p:spPr>
        <p:txBody>
          <a:bodyPr>
            <a:normAutofit/>
          </a:bodyPr>
          <a:lstStyle/>
          <a:p>
            <a:r>
              <a:rPr lang="en-IN" sz="2000" dirty="0"/>
              <a:t>Real-World Transformations</a:t>
            </a:r>
          </a:p>
          <a:p>
            <a:pPr lvl="1"/>
            <a:r>
              <a:rPr lang="en-IN" sz="2000" dirty="0"/>
              <a:t>Compression: JPEG/</a:t>
            </a:r>
            <a:r>
              <a:rPr lang="en-IN" sz="2000" dirty="0" err="1"/>
              <a:t>WebP</a:t>
            </a:r>
            <a:r>
              <a:rPr lang="en-IN" sz="2000" dirty="0"/>
              <a:t> discard high frequency data save space. This smooths-out specific noise patterns which will be crucial in detecting the validity of an image</a:t>
            </a:r>
          </a:p>
          <a:p>
            <a:pPr lvl="1"/>
            <a:r>
              <a:rPr lang="en-IN" sz="2000" dirty="0"/>
              <a:t>Resampling (Resizing or Cropping): Posting photos to different social media apps like Instagram or Facebook often involves changing the actual size or removing some of the photo. This will lead to loss of information that will be helpful in finding an AI generated image</a:t>
            </a:r>
          </a:p>
          <a:p>
            <a:pPr lvl="1"/>
            <a:r>
              <a:rPr lang="en-IN" sz="2000" dirty="0"/>
              <a:t>Blurring: </a:t>
            </a:r>
            <a:r>
              <a:rPr lang="en-US" sz="2000" dirty="0"/>
              <a:t>Taking a photo with shaky hands, capturing a moving subject, or simple autofocus failure. Since many detectors rely on sharp pixel transitions or specific edge artifacts to spot AI, a blurred AI image can easily pass as a poorly taken real photo.</a:t>
            </a:r>
          </a:p>
          <a:p>
            <a:pPr lvl="1"/>
            <a:r>
              <a:rPr lang="en-US" sz="2000" dirty="0"/>
              <a:t>Noise: Photos taken at night or indoors force cameras to boost sensitivity, creating "grain" or speckles. Users intentionally adding "film grain" filters (VSCO, Instagram) to make images look vintage.</a:t>
            </a:r>
            <a:endParaRPr lang="en-IN" sz="2000" dirty="0"/>
          </a:p>
        </p:txBody>
      </p:sp>
    </p:spTree>
    <p:extLst>
      <p:ext uri="{BB962C8B-B14F-4D97-AF65-F5344CB8AC3E}">
        <p14:creationId xmlns:p14="http://schemas.microsoft.com/office/powerpoint/2010/main" val="2744870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16B793-02DC-4170-CF59-60CE3B85AB3D}"/>
              </a:ext>
            </a:extLst>
          </p:cNvPr>
          <p:cNvSpPr>
            <a:spLocks noGrp="1"/>
          </p:cNvSpPr>
          <p:nvPr>
            <p:ph type="title"/>
          </p:nvPr>
        </p:nvSpPr>
        <p:spPr>
          <a:xfrm>
            <a:off x="838200" y="365125"/>
            <a:ext cx="10515600" cy="1325563"/>
          </a:xfrm>
        </p:spPr>
        <p:txBody>
          <a:bodyPr>
            <a:normAutofit/>
          </a:bodyPr>
          <a:lstStyle/>
          <a:p>
            <a:r>
              <a:rPr lang="en-IN" sz="5400"/>
              <a:t>Dataset</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15C1985-16EC-4C57-B3E3-9B4671AE24B8}"/>
              </a:ext>
            </a:extLst>
          </p:cNvPr>
          <p:cNvSpPr>
            <a:spLocks noGrp="1"/>
          </p:cNvSpPr>
          <p:nvPr>
            <p:ph idx="1"/>
          </p:nvPr>
        </p:nvSpPr>
        <p:spPr>
          <a:xfrm>
            <a:off x="838200" y="1929384"/>
            <a:ext cx="10515600" cy="4251960"/>
          </a:xfrm>
        </p:spPr>
        <p:txBody>
          <a:bodyPr>
            <a:normAutofit/>
          </a:bodyPr>
          <a:lstStyle/>
          <a:p>
            <a:endParaRPr lang="en-IN" sz="2200"/>
          </a:p>
        </p:txBody>
      </p:sp>
    </p:spTree>
    <p:extLst>
      <p:ext uri="{BB962C8B-B14F-4D97-AF65-F5344CB8AC3E}">
        <p14:creationId xmlns:p14="http://schemas.microsoft.com/office/powerpoint/2010/main" val="3996818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CA3A1E-53C1-7E57-4ACC-23ECCBD68C4F}"/>
              </a:ext>
            </a:extLst>
          </p:cNvPr>
          <p:cNvSpPr>
            <a:spLocks noGrp="1"/>
          </p:cNvSpPr>
          <p:nvPr>
            <p:ph type="title"/>
          </p:nvPr>
        </p:nvSpPr>
        <p:spPr>
          <a:xfrm>
            <a:off x="838200" y="365125"/>
            <a:ext cx="10515600" cy="1325563"/>
          </a:xfrm>
        </p:spPr>
        <p:txBody>
          <a:bodyPr>
            <a:normAutofit/>
          </a:bodyPr>
          <a:lstStyle/>
          <a:p>
            <a:r>
              <a:rPr lang="en-IN" sz="4200"/>
              <a:t>Evaluation Metrics (What/how do they expect)</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15FE615-2BFD-7AA4-EA13-B8DE11A60DC0}"/>
              </a:ext>
            </a:extLst>
          </p:cNvPr>
          <p:cNvSpPr>
            <a:spLocks noGrp="1"/>
          </p:cNvSpPr>
          <p:nvPr>
            <p:ph idx="1"/>
          </p:nvPr>
        </p:nvSpPr>
        <p:spPr>
          <a:xfrm>
            <a:off x="838200" y="1929384"/>
            <a:ext cx="10515600" cy="4251960"/>
          </a:xfrm>
        </p:spPr>
        <p:txBody>
          <a:bodyPr>
            <a:normAutofit/>
          </a:bodyPr>
          <a:lstStyle/>
          <a:p>
            <a:endParaRPr lang="en-IN" sz="2200"/>
          </a:p>
        </p:txBody>
      </p:sp>
    </p:spTree>
    <p:extLst>
      <p:ext uri="{BB962C8B-B14F-4D97-AF65-F5344CB8AC3E}">
        <p14:creationId xmlns:p14="http://schemas.microsoft.com/office/powerpoint/2010/main" val="534434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102523-00FF-0800-6C84-0407FBB2E343}"/>
              </a:ext>
            </a:extLst>
          </p:cNvPr>
          <p:cNvSpPr>
            <a:spLocks noGrp="1"/>
          </p:cNvSpPr>
          <p:nvPr>
            <p:ph type="title"/>
          </p:nvPr>
        </p:nvSpPr>
        <p:spPr>
          <a:xfrm>
            <a:off x="838200" y="365125"/>
            <a:ext cx="10515600" cy="1325563"/>
          </a:xfrm>
        </p:spPr>
        <p:txBody>
          <a:bodyPr>
            <a:normAutofit/>
          </a:bodyPr>
          <a:lstStyle/>
          <a:p>
            <a:r>
              <a:rPr lang="en-IN" sz="4200"/>
              <a:t>Literature Review (Previous works – GAN, Diffusion Models, etc.)</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B1C7946-2501-CDD7-A212-2DEE371F884F}"/>
              </a:ext>
            </a:extLst>
          </p:cNvPr>
          <p:cNvSpPr>
            <a:spLocks noGrp="1"/>
          </p:cNvSpPr>
          <p:nvPr>
            <p:ph idx="1"/>
          </p:nvPr>
        </p:nvSpPr>
        <p:spPr>
          <a:xfrm>
            <a:off x="838200" y="1929384"/>
            <a:ext cx="10515600" cy="4251960"/>
          </a:xfrm>
        </p:spPr>
        <p:txBody>
          <a:bodyPr>
            <a:normAutofit/>
          </a:bodyPr>
          <a:lstStyle/>
          <a:p>
            <a:endParaRPr lang="en-IN" sz="2200"/>
          </a:p>
        </p:txBody>
      </p:sp>
    </p:spTree>
    <p:extLst>
      <p:ext uri="{BB962C8B-B14F-4D97-AF65-F5344CB8AC3E}">
        <p14:creationId xmlns:p14="http://schemas.microsoft.com/office/powerpoint/2010/main" val="28780724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45DE74-AD5B-0B3A-541C-37DAF239E35D}"/>
              </a:ext>
            </a:extLst>
          </p:cNvPr>
          <p:cNvSpPr>
            <a:spLocks noGrp="1"/>
          </p:cNvSpPr>
          <p:nvPr>
            <p:ph type="title"/>
          </p:nvPr>
        </p:nvSpPr>
        <p:spPr>
          <a:xfrm>
            <a:off x="838200" y="365125"/>
            <a:ext cx="10515600" cy="1325563"/>
          </a:xfrm>
        </p:spPr>
        <p:txBody>
          <a:bodyPr>
            <a:normAutofit/>
          </a:bodyPr>
          <a:lstStyle/>
          <a:p>
            <a:r>
              <a:rPr lang="en-IN" sz="5400"/>
              <a:t>Proposed Solutions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0A787E8-7F2E-CD73-662A-464BB2A4FA8D}"/>
              </a:ext>
            </a:extLst>
          </p:cNvPr>
          <p:cNvSpPr>
            <a:spLocks noGrp="1"/>
          </p:cNvSpPr>
          <p:nvPr>
            <p:ph idx="1"/>
          </p:nvPr>
        </p:nvSpPr>
        <p:spPr>
          <a:xfrm>
            <a:off x="838200" y="1929384"/>
            <a:ext cx="10515600" cy="4251960"/>
          </a:xfrm>
        </p:spPr>
        <p:txBody>
          <a:bodyPr>
            <a:normAutofit/>
          </a:bodyPr>
          <a:lstStyle/>
          <a:p>
            <a:endParaRPr lang="en-IN" sz="2200"/>
          </a:p>
        </p:txBody>
      </p:sp>
    </p:spTree>
    <p:extLst>
      <p:ext uri="{BB962C8B-B14F-4D97-AF65-F5344CB8AC3E}">
        <p14:creationId xmlns:p14="http://schemas.microsoft.com/office/powerpoint/2010/main" val="17441059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6F8711-A127-8B6E-E76E-C1A144AAE584}"/>
              </a:ext>
            </a:extLst>
          </p:cNvPr>
          <p:cNvSpPr>
            <a:spLocks noGrp="1"/>
          </p:cNvSpPr>
          <p:nvPr>
            <p:ph type="title"/>
          </p:nvPr>
        </p:nvSpPr>
        <p:spPr>
          <a:xfrm>
            <a:off x="838200" y="365125"/>
            <a:ext cx="10515600" cy="1325563"/>
          </a:xfrm>
        </p:spPr>
        <p:txBody>
          <a:bodyPr>
            <a:normAutofit/>
          </a:bodyPr>
          <a:lstStyle/>
          <a:p>
            <a:r>
              <a:rPr lang="en-IN" sz="4200"/>
              <a:t>Conclusion (and future goals – how this can be scaled, impact the research will have)</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FBC5452-FF35-14C4-6870-DDDE7D2F9CD7}"/>
              </a:ext>
            </a:extLst>
          </p:cNvPr>
          <p:cNvSpPr>
            <a:spLocks noGrp="1"/>
          </p:cNvSpPr>
          <p:nvPr>
            <p:ph idx="1"/>
          </p:nvPr>
        </p:nvSpPr>
        <p:spPr>
          <a:xfrm>
            <a:off x="838200" y="1929384"/>
            <a:ext cx="10515600" cy="4251960"/>
          </a:xfrm>
        </p:spPr>
        <p:txBody>
          <a:bodyPr>
            <a:normAutofit/>
          </a:bodyPr>
          <a:lstStyle/>
          <a:p>
            <a:endParaRPr lang="en-IN" sz="2200"/>
          </a:p>
        </p:txBody>
      </p:sp>
    </p:spTree>
    <p:extLst>
      <p:ext uri="{BB962C8B-B14F-4D97-AF65-F5344CB8AC3E}">
        <p14:creationId xmlns:p14="http://schemas.microsoft.com/office/powerpoint/2010/main" val="1461455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E3E50B-C655-38B8-1EA6-853063D64AB1}"/>
              </a:ext>
            </a:extLst>
          </p:cNvPr>
          <p:cNvSpPr>
            <a:spLocks noGrp="1"/>
          </p:cNvSpPr>
          <p:nvPr>
            <p:ph type="title"/>
          </p:nvPr>
        </p:nvSpPr>
        <p:spPr>
          <a:xfrm>
            <a:off x="890338" y="640080"/>
            <a:ext cx="3734014" cy="3566160"/>
          </a:xfrm>
        </p:spPr>
        <p:txBody>
          <a:bodyPr vert="horz" lIns="91440" tIns="45720" rIns="91440" bIns="45720" rtlCol="0" anchor="b">
            <a:normAutofit/>
          </a:bodyPr>
          <a:lstStyle/>
          <a:p>
            <a:r>
              <a:rPr lang="en-US" sz="5400"/>
              <a:t>Thank You </a:t>
            </a:r>
          </a:p>
        </p:txBody>
      </p:sp>
      <p:sp>
        <p:nvSpPr>
          <p:cNvPr id="11"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erial view of a highway near the ocean">
            <a:extLst>
              <a:ext uri="{FF2B5EF4-FFF2-40B4-BE49-F238E27FC236}">
                <a16:creationId xmlns:a16="http://schemas.microsoft.com/office/drawing/2014/main" id="{AE36FCD3-174F-8A82-1419-23BEE922D66C}"/>
              </a:ext>
            </a:extLst>
          </p:cNvPr>
          <p:cNvPicPr>
            <a:picLocks noChangeAspect="1"/>
          </p:cNvPicPr>
          <p:nvPr/>
        </p:nvPicPr>
        <p:blipFill>
          <a:blip r:embed="rId2"/>
          <a:srcRect l="15934" r="8839"/>
          <a:stretch>
            <a:fillRect/>
          </a:stretch>
        </p:blipFill>
        <p:spPr>
          <a:xfrm>
            <a:off x="5313225" y="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32201626"/>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1850</TotalTime>
  <Words>665</Words>
  <Application>Microsoft Office PowerPoint</Application>
  <PresentationFormat>Widescreen</PresentationFormat>
  <Paragraphs>35</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2013 - 2022 Theme</vt:lpstr>
      <vt:lpstr>Robust AI Image Generation in the Wild</vt:lpstr>
      <vt:lpstr>Evolution of Image Generation</vt:lpstr>
      <vt:lpstr>Evolution of Image Generation (contd.)</vt:lpstr>
      <vt:lpstr>Risks and Societal Impact </vt:lpstr>
      <vt:lpstr>Problem Statement – NTIRE 2026 </vt:lpstr>
      <vt:lpstr>Problems with AI Detection</vt:lpstr>
      <vt:lpstr>Dataset</vt:lpstr>
      <vt:lpstr>Evaluation Metrics (What/how do they expect)</vt:lpstr>
      <vt:lpstr>Literature Review (Previous works – GAN, Diffusion Models, etc.)</vt:lpstr>
      <vt:lpstr>Proposed Solutions</vt:lpstr>
      <vt:lpstr>Conclusion (and future goals – how this can be scaled, impact the research will have)</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Sharan K</dc:creator>
  <cp:lastModifiedBy>Sharan K</cp:lastModifiedBy>
  <cp:revision>2</cp:revision>
  <dcterms:created xsi:type="dcterms:W3CDTF">2026-01-27T04:36:09Z</dcterms:created>
  <dcterms:modified xsi:type="dcterms:W3CDTF">2026-01-28T13:41:57Z</dcterms:modified>
</cp:coreProperties>
</file>